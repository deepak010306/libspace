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7734300"/>
  <p:notesSz cx="6858000" cy="9144000"/>
  <p:embeddedFontLst>
    <p:embeddedFont>
      <p:font typeface="Prompt Medium" charset="1" panose="00000600000000000000"/>
      <p:regular r:id="rId16"/>
    </p:embeddedFont>
    <p:embeddedFont>
      <p:font typeface="Mukta Light" charset="1" panose="020B0000000000000000"/>
      <p:regular r:id="rId17"/>
    </p:embeddedFont>
    <p:embeddedFont>
      <p:font typeface="Prompt Light" charset="1" panose="000004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53890"/>
            <a:ext cx="11430000" cy="6438900"/>
            <a:chOff x="0" y="0"/>
            <a:chExt cx="11430000" cy="643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0C23">
                <a:alpha val="8980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0" y="654147"/>
            <a:ext cx="4286250" cy="6438643"/>
            <a:chOff x="0" y="0"/>
            <a:chExt cx="5715000" cy="8584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" t="-3" r="-2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75084" y="3506675"/>
            <a:ext cx="2787129" cy="31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LibSpace 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7537" y="3968961"/>
            <a:ext cx="42691" cy="43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5084" y="4121361"/>
            <a:ext cx="3250130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A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Robust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Backend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for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Library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Operations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53890"/>
            <a:ext cx="11430000" cy="6438900"/>
            <a:chOff x="0" y="0"/>
            <a:chExt cx="11430000" cy="643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0C23">
                <a:alpha val="8980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0" y="654147"/>
            <a:ext cx="4286250" cy="6438643"/>
            <a:chOff x="0" y="0"/>
            <a:chExt cx="5715000" cy="8584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" t="-3" r="-2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838575" y="4016215"/>
            <a:ext cx="76200" cy="76200"/>
            <a:chOff x="0" y="0"/>
            <a:chExt cx="76200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796"/>
                    <a:pt x="73279" y="23495"/>
                  </a:cubicBezTo>
                  <a:cubicBezTo>
                    <a:pt x="75184" y="28194"/>
                    <a:pt x="76200" y="33020"/>
                    <a:pt x="76200" y="38100"/>
                  </a:cubicBezTo>
                </a:path>
              </a:pathLst>
            </a:custGeom>
            <a:solidFill>
              <a:srgbClr val="DAD8E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838575" y="4387690"/>
            <a:ext cx="76200" cy="76200"/>
            <a:chOff x="0" y="0"/>
            <a:chExt cx="762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404"/>
                    <a:pt x="2921" y="52705"/>
                  </a:cubicBezTo>
                  <a:cubicBezTo>
                    <a:pt x="1016" y="48006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796"/>
                    <a:pt x="73279" y="23495"/>
                  </a:cubicBezTo>
                  <a:cubicBezTo>
                    <a:pt x="75184" y="28194"/>
                    <a:pt x="76200" y="33020"/>
                    <a:pt x="76200" y="38100"/>
                  </a:cubicBezTo>
                </a:path>
              </a:pathLst>
            </a:custGeom>
            <a:solidFill>
              <a:srgbClr val="DAD8E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838575" y="4768690"/>
            <a:ext cx="76200" cy="76200"/>
            <a:chOff x="0" y="0"/>
            <a:chExt cx="76200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</a:path>
              </a:pathLst>
            </a:custGeom>
            <a:solidFill>
              <a:srgbClr val="DAD8E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75084" y="2468450"/>
            <a:ext cx="3673335" cy="48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3375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Project Overview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9580" y="3228040"/>
            <a:ext cx="78696" cy="48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5084" y="3256615"/>
            <a:ext cx="1942910" cy="45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b="true" sz="1687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What</a:t>
            </a:r>
            <a:r>
              <a:rPr lang="en-US" b="true" sz="1687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  <a:r>
              <a:rPr lang="en-US" b="true" sz="1687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is</a:t>
            </a:r>
            <a:r>
              <a:rPr lang="en-US" b="true" sz="1687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  <a:r>
              <a:rPr lang="en-US" b="true" sz="1687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LibSpace?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2569" y="3768936"/>
            <a:ext cx="42691" cy="41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16696" y="3409015"/>
            <a:ext cx="1824419" cy="30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Core</a:t>
            </a:r>
            <a:r>
              <a:rPr lang="en-US" b="true" sz="1687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  <a:r>
              <a:rPr lang="en-US" b="true" sz="1687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Capabilities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5084" y="3883236"/>
            <a:ext cx="1965760" cy="30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Microweb-basedlibrary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5084" y="4188036"/>
            <a:ext cx="2703214" cy="92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management system with secure authentication and book management features.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25211" y="3826086"/>
            <a:ext cx="2165109" cy="111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User registration &amp; login CRUD operations on books Secure authentication flow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59038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5084" y="1715975"/>
            <a:ext cx="4786874" cy="48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3375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Technical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80196" y="2570815"/>
            <a:ext cx="78696" cy="48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2372" y="2656540"/>
            <a:ext cx="1014079" cy="39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API</a:t>
            </a:r>
            <a:r>
              <a:rPr lang="en-US" b="true" sz="1687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Layer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5325" y="3092661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2372" y="4971115"/>
            <a:ext cx="1293666" cy="39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Data Access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00405" y="5407236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2372" y="3828115"/>
            <a:ext cx="1574568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Business Logic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00528" y="4245186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32372" y="5483436"/>
            <a:ext cx="4238549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ModelsmanageMongoDB storage and data integrity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32372" y="3168861"/>
            <a:ext cx="4412847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Routeshandle HTTP requests using Node.js + Express.js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32372" y="4321386"/>
            <a:ext cx="4514564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Controllersprocessauthentication and CRUD operations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59038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5084" y="1820750"/>
            <a:ext cx="2991736" cy="61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API Endpoints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7491" y="3770965"/>
            <a:ext cx="1287323" cy="30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User Routes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13847" y="3770965"/>
            <a:ext cx="1357065" cy="30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Book Routes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6015" y="4111836"/>
            <a:ext cx="1201684" cy="111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POST /register POST /login DELETE /delete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22362" y="4111836"/>
            <a:ext cx="1201684" cy="148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POST /add GET /books PUT /update DELETE /delete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03" y="590386"/>
            <a:ext cx="11556997" cy="6565897"/>
            <a:chOff x="0" y="0"/>
            <a:chExt cx="11557000" cy="6565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0C23">
                <a:alpha val="89804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6003" y="3287012"/>
              <a:ext cx="60327" cy="58804"/>
            </a:xfrm>
            <a:custGeom>
              <a:avLst/>
              <a:gdLst/>
              <a:ahLst/>
              <a:cxnLst/>
              <a:rect r="r" b="b" t="t" l="l"/>
              <a:pathLst>
                <a:path h="58804" w="60327">
                  <a:moveTo>
                    <a:pt x="50038" y="21338"/>
                  </a:moveTo>
                  <a:cubicBezTo>
                    <a:pt x="35306" y="21465"/>
                    <a:pt x="31115" y="22354"/>
                    <a:pt x="27051" y="23878"/>
                  </a:cubicBezTo>
                  <a:lnTo>
                    <a:pt x="23114" y="13972"/>
                  </a:lnTo>
                  <a:lnTo>
                    <a:pt x="29210" y="22735"/>
                  </a:lnTo>
                  <a:cubicBezTo>
                    <a:pt x="25908" y="25021"/>
                    <a:pt x="24765" y="26291"/>
                    <a:pt x="23749" y="27307"/>
                  </a:cubicBezTo>
                  <a:lnTo>
                    <a:pt x="15621" y="20449"/>
                  </a:lnTo>
                  <a:lnTo>
                    <a:pt x="24638" y="26037"/>
                  </a:lnTo>
                  <a:cubicBezTo>
                    <a:pt x="23114" y="28323"/>
                    <a:pt x="21717" y="32514"/>
                    <a:pt x="21336" y="37086"/>
                  </a:cubicBezTo>
                  <a:lnTo>
                    <a:pt x="10668" y="36070"/>
                  </a:lnTo>
                  <a:lnTo>
                    <a:pt x="21336" y="36070"/>
                  </a:lnTo>
                  <a:lnTo>
                    <a:pt x="21336" y="48135"/>
                  </a:lnTo>
                  <a:cubicBezTo>
                    <a:pt x="21336" y="53977"/>
                    <a:pt x="16510" y="58803"/>
                    <a:pt x="10668" y="58803"/>
                  </a:cubicBezTo>
                  <a:cubicBezTo>
                    <a:pt x="4826" y="58803"/>
                    <a:pt x="0" y="53977"/>
                    <a:pt x="0" y="48135"/>
                  </a:cubicBezTo>
                  <a:lnTo>
                    <a:pt x="0" y="36070"/>
                  </a:lnTo>
                  <a:cubicBezTo>
                    <a:pt x="0" y="35689"/>
                    <a:pt x="0" y="35435"/>
                    <a:pt x="0" y="35054"/>
                  </a:cubicBezTo>
                  <a:cubicBezTo>
                    <a:pt x="635" y="27815"/>
                    <a:pt x="3048" y="20322"/>
                    <a:pt x="6477" y="14734"/>
                  </a:cubicBezTo>
                  <a:cubicBezTo>
                    <a:pt x="6731" y="14226"/>
                    <a:pt x="7112" y="13845"/>
                    <a:pt x="7366" y="13464"/>
                  </a:cubicBezTo>
                  <a:cubicBezTo>
                    <a:pt x="9779" y="10670"/>
                    <a:pt x="12319" y="8257"/>
                    <a:pt x="16891" y="5209"/>
                  </a:cubicBezTo>
                  <a:cubicBezTo>
                    <a:pt x="17526" y="4701"/>
                    <a:pt x="18288" y="4320"/>
                    <a:pt x="19050" y="4066"/>
                  </a:cubicBezTo>
                  <a:cubicBezTo>
                    <a:pt x="26924" y="891"/>
                    <a:pt x="34544" y="129"/>
                    <a:pt x="49530" y="2"/>
                  </a:cubicBezTo>
                  <a:cubicBezTo>
                    <a:pt x="55372" y="-125"/>
                    <a:pt x="60198" y="4701"/>
                    <a:pt x="60325" y="10543"/>
                  </a:cubicBezTo>
                  <a:cubicBezTo>
                    <a:pt x="60452" y="16385"/>
                    <a:pt x="55626" y="21211"/>
                    <a:pt x="49784" y="2133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30222" y="3349344"/>
              <a:ext cx="101055" cy="98201"/>
            </a:xfrm>
            <a:custGeom>
              <a:avLst/>
              <a:gdLst/>
              <a:ahLst/>
              <a:cxnLst/>
              <a:rect r="r" b="b" t="t" l="l"/>
              <a:pathLst>
                <a:path h="98201" w="101055">
                  <a:moveTo>
                    <a:pt x="62156" y="80037"/>
                  </a:moveTo>
                  <a:cubicBezTo>
                    <a:pt x="69522" y="73814"/>
                    <a:pt x="72697" y="70512"/>
                    <a:pt x="75110" y="67210"/>
                  </a:cubicBezTo>
                  <a:lnTo>
                    <a:pt x="83619" y="73687"/>
                  </a:lnTo>
                  <a:lnTo>
                    <a:pt x="74221" y="68480"/>
                  </a:lnTo>
                  <a:cubicBezTo>
                    <a:pt x="77142" y="63146"/>
                    <a:pt x="78920" y="58193"/>
                    <a:pt x="79809" y="53240"/>
                  </a:cubicBezTo>
                  <a:lnTo>
                    <a:pt x="90223" y="55272"/>
                  </a:lnTo>
                  <a:lnTo>
                    <a:pt x="79555" y="54891"/>
                  </a:lnTo>
                  <a:cubicBezTo>
                    <a:pt x="79682" y="50192"/>
                    <a:pt x="79174" y="45493"/>
                    <a:pt x="76888" y="38381"/>
                  </a:cubicBezTo>
                  <a:lnTo>
                    <a:pt x="87048" y="35079"/>
                  </a:lnTo>
                  <a:lnTo>
                    <a:pt x="77650" y="40159"/>
                  </a:lnTo>
                  <a:cubicBezTo>
                    <a:pt x="74856" y="35206"/>
                    <a:pt x="70792" y="30126"/>
                    <a:pt x="67744" y="27205"/>
                  </a:cubicBezTo>
                  <a:lnTo>
                    <a:pt x="74983" y="19331"/>
                  </a:lnTo>
                  <a:lnTo>
                    <a:pt x="69141" y="28221"/>
                  </a:lnTo>
                  <a:cubicBezTo>
                    <a:pt x="64061" y="24919"/>
                    <a:pt x="59108" y="22760"/>
                    <a:pt x="54282" y="21490"/>
                  </a:cubicBezTo>
                  <a:lnTo>
                    <a:pt x="56822" y="11076"/>
                  </a:lnTo>
                  <a:lnTo>
                    <a:pt x="55806" y="21744"/>
                  </a:lnTo>
                  <a:cubicBezTo>
                    <a:pt x="51107" y="21363"/>
                    <a:pt x="46662" y="21490"/>
                    <a:pt x="40058" y="23014"/>
                  </a:cubicBezTo>
                  <a:lnTo>
                    <a:pt x="37645" y="12600"/>
                  </a:lnTo>
                  <a:lnTo>
                    <a:pt x="41963" y="22379"/>
                  </a:lnTo>
                  <a:cubicBezTo>
                    <a:pt x="37137" y="24538"/>
                    <a:pt x="32057" y="27967"/>
                    <a:pt x="29009" y="30634"/>
                  </a:cubicBezTo>
                  <a:lnTo>
                    <a:pt x="21897" y="22760"/>
                  </a:lnTo>
                  <a:lnTo>
                    <a:pt x="30152" y="29491"/>
                  </a:lnTo>
                  <a:cubicBezTo>
                    <a:pt x="26088" y="34444"/>
                    <a:pt x="23294" y="39524"/>
                    <a:pt x="21643" y="44223"/>
                  </a:cubicBezTo>
                  <a:lnTo>
                    <a:pt x="11610" y="40667"/>
                  </a:lnTo>
                  <a:lnTo>
                    <a:pt x="22151" y="42445"/>
                  </a:lnTo>
                  <a:cubicBezTo>
                    <a:pt x="21008" y="49176"/>
                    <a:pt x="21135" y="54002"/>
                    <a:pt x="21770" y="58574"/>
                  </a:cubicBezTo>
                  <a:lnTo>
                    <a:pt x="11229" y="60225"/>
                  </a:lnTo>
                  <a:lnTo>
                    <a:pt x="21389" y="56923"/>
                  </a:lnTo>
                  <a:cubicBezTo>
                    <a:pt x="22913" y="61749"/>
                    <a:pt x="25580" y="66956"/>
                    <a:pt x="27866" y="70131"/>
                  </a:cubicBezTo>
                  <a:lnTo>
                    <a:pt x="19230" y="76354"/>
                  </a:lnTo>
                  <a:lnTo>
                    <a:pt x="27104" y="69115"/>
                  </a:lnTo>
                  <a:cubicBezTo>
                    <a:pt x="29136" y="71274"/>
                    <a:pt x="32692" y="74576"/>
                    <a:pt x="38153" y="79148"/>
                  </a:cubicBezTo>
                  <a:cubicBezTo>
                    <a:pt x="42725" y="82958"/>
                    <a:pt x="43233" y="89689"/>
                    <a:pt x="39423" y="94134"/>
                  </a:cubicBezTo>
                  <a:cubicBezTo>
                    <a:pt x="35613" y="98579"/>
                    <a:pt x="28882" y="99214"/>
                    <a:pt x="24437" y="95404"/>
                  </a:cubicBezTo>
                  <a:cubicBezTo>
                    <a:pt x="18849" y="90705"/>
                    <a:pt x="14277" y="86641"/>
                    <a:pt x="11356" y="83339"/>
                  </a:cubicBezTo>
                  <a:cubicBezTo>
                    <a:pt x="11102" y="82958"/>
                    <a:pt x="10848" y="82704"/>
                    <a:pt x="10594" y="82323"/>
                  </a:cubicBezTo>
                  <a:cubicBezTo>
                    <a:pt x="7038" y="77243"/>
                    <a:pt x="3482" y="70131"/>
                    <a:pt x="1196" y="63273"/>
                  </a:cubicBezTo>
                  <a:cubicBezTo>
                    <a:pt x="1069" y="62765"/>
                    <a:pt x="942" y="62257"/>
                    <a:pt x="815" y="61622"/>
                  </a:cubicBezTo>
                  <a:cubicBezTo>
                    <a:pt x="-328" y="54510"/>
                    <a:pt x="-328" y="47398"/>
                    <a:pt x="1196" y="38635"/>
                  </a:cubicBezTo>
                  <a:cubicBezTo>
                    <a:pt x="1323" y="38000"/>
                    <a:pt x="1450" y="37365"/>
                    <a:pt x="1704" y="36857"/>
                  </a:cubicBezTo>
                  <a:cubicBezTo>
                    <a:pt x="4244" y="29745"/>
                    <a:pt x="8181" y="22633"/>
                    <a:pt x="13769" y="15775"/>
                  </a:cubicBezTo>
                  <a:cubicBezTo>
                    <a:pt x="14150" y="15394"/>
                    <a:pt x="14531" y="15013"/>
                    <a:pt x="14912" y="14632"/>
                  </a:cubicBezTo>
                  <a:cubicBezTo>
                    <a:pt x="19611" y="10441"/>
                    <a:pt x="26596" y="5742"/>
                    <a:pt x="33454" y="2694"/>
                  </a:cubicBezTo>
                  <a:cubicBezTo>
                    <a:pt x="34089" y="2440"/>
                    <a:pt x="34724" y="2186"/>
                    <a:pt x="35359" y="2059"/>
                  </a:cubicBezTo>
                  <a:cubicBezTo>
                    <a:pt x="44122" y="27"/>
                    <a:pt x="50853" y="-354"/>
                    <a:pt x="57965" y="281"/>
                  </a:cubicBezTo>
                  <a:cubicBezTo>
                    <a:pt x="58473" y="281"/>
                    <a:pt x="58981" y="408"/>
                    <a:pt x="59616" y="535"/>
                  </a:cubicBezTo>
                  <a:cubicBezTo>
                    <a:pt x="66855" y="2313"/>
                    <a:pt x="73967" y="5488"/>
                    <a:pt x="81079" y="10060"/>
                  </a:cubicBezTo>
                  <a:cubicBezTo>
                    <a:pt x="81587" y="10314"/>
                    <a:pt x="81968" y="10695"/>
                    <a:pt x="82349" y="11076"/>
                  </a:cubicBezTo>
                  <a:cubicBezTo>
                    <a:pt x="87175" y="15521"/>
                    <a:pt x="92763" y="22506"/>
                    <a:pt x="96573" y="29491"/>
                  </a:cubicBezTo>
                  <a:cubicBezTo>
                    <a:pt x="96954" y="30126"/>
                    <a:pt x="97208" y="30761"/>
                    <a:pt x="97335" y="31396"/>
                  </a:cubicBezTo>
                  <a:cubicBezTo>
                    <a:pt x="100256" y="40413"/>
                    <a:pt x="101272" y="47652"/>
                    <a:pt x="101018" y="55145"/>
                  </a:cubicBezTo>
                  <a:cubicBezTo>
                    <a:pt x="101018" y="55653"/>
                    <a:pt x="100891" y="56288"/>
                    <a:pt x="100891" y="56796"/>
                  </a:cubicBezTo>
                  <a:cubicBezTo>
                    <a:pt x="99494" y="64035"/>
                    <a:pt x="96954" y="71020"/>
                    <a:pt x="93017" y="78259"/>
                  </a:cubicBezTo>
                  <a:cubicBezTo>
                    <a:pt x="92763" y="78767"/>
                    <a:pt x="92509" y="79148"/>
                    <a:pt x="92128" y="79529"/>
                  </a:cubicBezTo>
                  <a:cubicBezTo>
                    <a:pt x="88318" y="84482"/>
                    <a:pt x="84000" y="88927"/>
                    <a:pt x="75999" y="95658"/>
                  </a:cubicBezTo>
                  <a:cubicBezTo>
                    <a:pt x="71554" y="99468"/>
                    <a:pt x="64823" y="98960"/>
                    <a:pt x="61013" y="94388"/>
                  </a:cubicBezTo>
                  <a:cubicBezTo>
                    <a:pt x="57203" y="89816"/>
                    <a:pt x="57711" y="83212"/>
                    <a:pt x="62283" y="79402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1220" y="3426450"/>
              <a:ext cx="58938" cy="92321"/>
            </a:xfrm>
            <a:custGeom>
              <a:avLst/>
              <a:gdLst/>
              <a:ahLst/>
              <a:cxnLst/>
              <a:rect r="r" b="b" t="t" l="l"/>
              <a:pathLst>
                <a:path h="92321" w="58938">
                  <a:moveTo>
                    <a:pt x="58684" y="11059"/>
                  </a:moveTo>
                  <a:cubicBezTo>
                    <a:pt x="58684" y="60843"/>
                    <a:pt x="58303" y="69860"/>
                    <a:pt x="55636" y="76464"/>
                  </a:cubicBezTo>
                  <a:cubicBezTo>
                    <a:pt x="55382" y="77099"/>
                    <a:pt x="55128" y="77734"/>
                    <a:pt x="54747" y="78369"/>
                  </a:cubicBezTo>
                  <a:cubicBezTo>
                    <a:pt x="54620" y="78496"/>
                    <a:pt x="54620" y="78623"/>
                    <a:pt x="54493" y="78750"/>
                  </a:cubicBezTo>
                  <a:cubicBezTo>
                    <a:pt x="52461" y="81798"/>
                    <a:pt x="48397" y="86116"/>
                    <a:pt x="45349" y="88275"/>
                  </a:cubicBezTo>
                  <a:cubicBezTo>
                    <a:pt x="45222" y="88402"/>
                    <a:pt x="45095" y="88529"/>
                    <a:pt x="44968" y="88529"/>
                  </a:cubicBezTo>
                  <a:cubicBezTo>
                    <a:pt x="44460" y="88910"/>
                    <a:pt x="43825" y="89291"/>
                    <a:pt x="43190" y="89545"/>
                  </a:cubicBezTo>
                  <a:cubicBezTo>
                    <a:pt x="36967" y="92212"/>
                    <a:pt x="28585" y="93101"/>
                    <a:pt x="20584" y="91577"/>
                  </a:cubicBezTo>
                  <a:cubicBezTo>
                    <a:pt x="19568" y="91323"/>
                    <a:pt x="18552" y="90942"/>
                    <a:pt x="17663" y="90434"/>
                  </a:cubicBezTo>
                  <a:cubicBezTo>
                    <a:pt x="12456" y="87640"/>
                    <a:pt x="9535" y="85100"/>
                    <a:pt x="5598" y="80401"/>
                  </a:cubicBezTo>
                  <a:cubicBezTo>
                    <a:pt x="5217" y="79893"/>
                    <a:pt x="4836" y="79258"/>
                    <a:pt x="4455" y="78623"/>
                  </a:cubicBezTo>
                  <a:cubicBezTo>
                    <a:pt x="2550" y="74940"/>
                    <a:pt x="899" y="69479"/>
                    <a:pt x="391" y="62621"/>
                  </a:cubicBezTo>
                  <a:cubicBezTo>
                    <a:pt x="391" y="62367"/>
                    <a:pt x="391" y="61986"/>
                    <a:pt x="391" y="61732"/>
                  </a:cubicBezTo>
                  <a:cubicBezTo>
                    <a:pt x="391" y="33538"/>
                    <a:pt x="264" y="16901"/>
                    <a:pt x="10" y="11186"/>
                  </a:cubicBezTo>
                  <a:cubicBezTo>
                    <a:pt x="-244" y="5344"/>
                    <a:pt x="4201" y="264"/>
                    <a:pt x="10043" y="10"/>
                  </a:cubicBezTo>
                  <a:cubicBezTo>
                    <a:pt x="15885" y="-244"/>
                    <a:pt x="20965" y="4201"/>
                    <a:pt x="21219" y="10043"/>
                  </a:cubicBezTo>
                  <a:cubicBezTo>
                    <a:pt x="21600" y="16520"/>
                    <a:pt x="21727" y="33919"/>
                    <a:pt x="21727" y="61732"/>
                  </a:cubicBezTo>
                  <a:lnTo>
                    <a:pt x="11059" y="61732"/>
                  </a:lnTo>
                  <a:lnTo>
                    <a:pt x="21727" y="60843"/>
                  </a:lnTo>
                  <a:cubicBezTo>
                    <a:pt x="22108" y="65796"/>
                    <a:pt x="23251" y="68209"/>
                    <a:pt x="23378" y="68590"/>
                  </a:cubicBezTo>
                  <a:lnTo>
                    <a:pt x="13980" y="73670"/>
                  </a:lnTo>
                  <a:lnTo>
                    <a:pt x="22235" y="66939"/>
                  </a:lnTo>
                  <a:cubicBezTo>
                    <a:pt x="24521" y="69733"/>
                    <a:pt x="25283" y="70368"/>
                    <a:pt x="27950" y="71765"/>
                  </a:cubicBezTo>
                  <a:lnTo>
                    <a:pt x="22870" y="81163"/>
                  </a:lnTo>
                  <a:lnTo>
                    <a:pt x="25029" y="70749"/>
                  </a:lnTo>
                  <a:cubicBezTo>
                    <a:pt x="29093" y="71511"/>
                    <a:pt x="32903" y="70876"/>
                    <a:pt x="34935" y="70114"/>
                  </a:cubicBezTo>
                  <a:lnTo>
                    <a:pt x="39126" y="79893"/>
                  </a:lnTo>
                  <a:lnTo>
                    <a:pt x="33157" y="71130"/>
                  </a:lnTo>
                  <a:cubicBezTo>
                    <a:pt x="34046" y="70495"/>
                    <a:pt x="36332" y="68082"/>
                    <a:pt x="36967" y="67193"/>
                  </a:cubicBezTo>
                  <a:lnTo>
                    <a:pt x="45984" y="72908"/>
                  </a:lnTo>
                  <a:lnTo>
                    <a:pt x="36078" y="69098"/>
                  </a:lnTo>
                  <a:cubicBezTo>
                    <a:pt x="36713" y="67320"/>
                    <a:pt x="37602" y="64145"/>
                    <a:pt x="37602" y="11440"/>
                  </a:cubicBezTo>
                  <a:cubicBezTo>
                    <a:pt x="37602" y="5598"/>
                    <a:pt x="42428" y="772"/>
                    <a:pt x="48270" y="772"/>
                  </a:cubicBezTo>
                  <a:cubicBezTo>
                    <a:pt x="54112" y="772"/>
                    <a:pt x="58938" y="5598"/>
                    <a:pt x="58938" y="11440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786120" y="3536813"/>
              <a:ext cx="58303" cy="48397"/>
            </a:xfrm>
            <a:custGeom>
              <a:avLst/>
              <a:gdLst/>
              <a:ahLst/>
              <a:cxnLst/>
              <a:rect r="r" b="b" t="t" l="l"/>
              <a:pathLst>
                <a:path h="48397" w="58303">
                  <a:moveTo>
                    <a:pt x="21346" y="10297"/>
                  </a:moveTo>
                  <a:cubicBezTo>
                    <a:pt x="21600" y="14996"/>
                    <a:pt x="22743" y="19187"/>
                    <a:pt x="24013" y="21727"/>
                  </a:cubicBezTo>
                  <a:lnTo>
                    <a:pt x="14488" y="26680"/>
                  </a:lnTo>
                  <a:lnTo>
                    <a:pt x="23124" y="20330"/>
                  </a:lnTo>
                  <a:cubicBezTo>
                    <a:pt x="23759" y="21092"/>
                    <a:pt x="26299" y="23886"/>
                    <a:pt x="29474" y="25918"/>
                  </a:cubicBezTo>
                  <a:lnTo>
                    <a:pt x="23632" y="34808"/>
                  </a:lnTo>
                  <a:lnTo>
                    <a:pt x="27315" y="24775"/>
                  </a:lnTo>
                  <a:cubicBezTo>
                    <a:pt x="31506" y="26299"/>
                    <a:pt x="35951" y="27061"/>
                    <a:pt x="47635" y="27061"/>
                  </a:cubicBezTo>
                  <a:cubicBezTo>
                    <a:pt x="53477" y="27061"/>
                    <a:pt x="58303" y="31887"/>
                    <a:pt x="58303" y="37729"/>
                  </a:cubicBezTo>
                  <a:cubicBezTo>
                    <a:pt x="58303" y="43571"/>
                    <a:pt x="53477" y="48397"/>
                    <a:pt x="47635" y="48397"/>
                  </a:cubicBezTo>
                  <a:cubicBezTo>
                    <a:pt x="35316" y="48397"/>
                    <a:pt x="27823" y="47635"/>
                    <a:pt x="20076" y="44841"/>
                  </a:cubicBezTo>
                  <a:cubicBezTo>
                    <a:pt x="19314" y="44587"/>
                    <a:pt x="18552" y="44206"/>
                    <a:pt x="17917" y="43698"/>
                  </a:cubicBezTo>
                  <a:cubicBezTo>
                    <a:pt x="12964" y="40396"/>
                    <a:pt x="8265" y="35951"/>
                    <a:pt x="5979" y="32903"/>
                  </a:cubicBezTo>
                  <a:cubicBezTo>
                    <a:pt x="5598" y="32522"/>
                    <a:pt x="5344" y="32014"/>
                    <a:pt x="5090" y="31506"/>
                  </a:cubicBezTo>
                  <a:cubicBezTo>
                    <a:pt x="2169" y="25791"/>
                    <a:pt x="391" y="18298"/>
                    <a:pt x="10" y="11186"/>
                  </a:cubicBezTo>
                  <a:cubicBezTo>
                    <a:pt x="-244" y="5344"/>
                    <a:pt x="4328" y="264"/>
                    <a:pt x="10170" y="10"/>
                  </a:cubicBezTo>
                  <a:cubicBezTo>
                    <a:pt x="16012" y="-244"/>
                    <a:pt x="21092" y="4328"/>
                    <a:pt x="21346" y="10170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5832" y="3526790"/>
              <a:ext cx="49553" cy="58443"/>
            </a:xfrm>
            <a:custGeom>
              <a:avLst/>
              <a:gdLst/>
              <a:ahLst/>
              <a:cxnLst/>
              <a:rect r="r" b="b" t="t" l="l"/>
              <a:pathLst>
                <a:path h="58443" w="49553">
                  <a:moveTo>
                    <a:pt x="9802" y="37211"/>
                  </a:moveTo>
                  <a:cubicBezTo>
                    <a:pt x="16533" y="36830"/>
                    <a:pt x="20851" y="35179"/>
                    <a:pt x="23391" y="33655"/>
                  </a:cubicBezTo>
                  <a:lnTo>
                    <a:pt x="28852" y="42799"/>
                  </a:lnTo>
                  <a:lnTo>
                    <a:pt x="21994" y="34671"/>
                  </a:lnTo>
                  <a:cubicBezTo>
                    <a:pt x="23010" y="33782"/>
                    <a:pt x="25677" y="30861"/>
                    <a:pt x="27455" y="27813"/>
                  </a:cubicBezTo>
                  <a:lnTo>
                    <a:pt x="36726" y="33020"/>
                  </a:lnTo>
                  <a:lnTo>
                    <a:pt x="26439" y="29972"/>
                  </a:lnTo>
                  <a:cubicBezTo>
                    <a:pt x="27836" y="25273"/>
                    <a:pt x="28217" y="22479"/>
                    <a:pt x="28217" y="10668"/>
                  </a:cubicBezTo>
                  <a:cubicBezTo>
                    <a:pt x="28217" y="4826"/>
                    <a:pt x="33043" y="0"/>
                    <a:pt x="38885" y="0"/>
                  </a:cubicBezTo>
                  <a:cubicBezTo>
                    <a:pt x="44727" y="0"/>
                    <a:pt x="49553" y="4826"/>
                    <a:pt x="49553" y="10668"/>
                  </a:cubicBezTo>
                  <a:cubicBezTo>
                    <a:pt x="49553" y="22860"/>
                    <a:pt x="49172" y="28194"/>
                    <a:pt x="47013" y="35941"/>
                  </a:cubicBezTo>
                  <a:cubicBezTo>
                    <a:pt x="46759" y="36703"/>
                    <a:pt x="46505" y="37465"/>
                    <a:pt x="46124" y="38227"/>
                  </a:cubicBezTo>
                  <a:cubicBezTo>
                    <a:pt x="43203" y="43434"/>
                    <a:pt x="38885" y="48387"/>
                    <a:pt x="35837" y="50927"/>
                  </a:cubicBezTo>
                  <a:cubicBezTo>
                    <a:pt x="35456" y="51308"/>
                    <a:pt x="34948" y="51562"/>
                    <a:pt x="34440" y="51943"/>
                  </a:cubicBezTo>
                  <a:cubicBezTo>
                    <a:pt x="28471" y="55499"/>
                    <a:pt x="20597" y="57785"/>
                    <a:pt x="11326" y="58420"/>
                  </a:cubicBezTo>
                  <a:cubicBezTo>
                    <a:pt x="5484" y="58801"/>
                    <a:pt x="404" y="54356"/>
                    <a:pt x="23" y="48387"/>
                  </a:cubicBezTo>
                  <a:cubicBezTo>
                    <a:pt x="-358" y="42418"/>
                    <a:pt x="4087" y="37465"/>
                    <a:pt x="10056" y="37084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03366" y="3183118"/>
              <a:ext cx="25928" cy="125242"/>
            </a:xfrm>
            <a:custGeom>
              <a:avLst/>
              <a:gdLst/>
              <a:ahLst/>
              <a:cxnLst/>
              <a:rect r="r" b="b" t="t" l="l"/>
              <a:pathLst>
                <a:path h="125242" w="25928">
                  <a:moveTo>
                    <a:pt x="4582" y="115072"/>
                  </a:moveTo>
                  <a:lnTo>
                    <a:pt x="10" y="11186"/>
                  </a:lnTo>
                  <a:cubicBezTo>
                    <a:pt x="-244" y="5344"/>
                    <a:pt x="4328" y="264"/>
                    <a:pt x="10170" y="10"/>
                  </a:cubicBezTo>
                  <a:cubicBezTo>
                    <a:pt x="16012" y="-244"/>
                    <a:pt x="21092" y="4328"/>
                    <a:pt x="21346" y="10170"/>
                  </a:cubicBezTo>
                  <a:lnTo>
                    <a:pt x="25918" y="114056"/>
                  </a:lnTo>
                  <a:cubicBezTo>
                    <a:pt x="26172" y="119898"/>
                    <a:pt x="21600" y="124978"/>
                    <a:pt x="15758" y="125232"/>
                  </a:cubicBezTo>
                  <a:cubicBezTo>
                    <a:pt x="9916" y="125486"/>
                    <a:pt x="4836" y="120914"/>
                    <a:pt x="4582" y="115072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86130" y="3324606"/>
              <a:ext cx="21336" cy="233680"/>
            </a:xfrm>
            <a:custGeom>
              <a:avLst/>
              <a:gdLst/>
              <a:ahLst/>
              <a:cxnLst/>
              <a:rect r="r" b="b" t="t" l="l"/>
              <a:pathLst>
                <a:path h="233680" w="21336">
                  <a:moveTo>
                    <a:pt x="21336" y="10668"/>
                  </a:moveTo>
                  <a:lnTo>
                    <a:pt x="21336" y="223012"/>
                  </a:lnTo>
                  <a:cubicBezTo>
                    <a:pt x="21336" y="228854"/>
                    <a:pt x="16510" y="233680"/>
                    <a:pt x="10668" y="233680"/>
                  </a:cubicBezTo>
                  <a:cubicBezTo>
                    <a:pt x="4826" y="233680"/>
                    <a:pt x="0" y="228854"/>
                    <a:pt x="0" y="223012"/>
                  </a:cubicBezTo>
                  <a:lnTo>
                    <a:pt x="0" y="10668"/>
                  </a:lnTo>
                  <a:cubicBezTo>
                    <a:pt x="0" y="4826"/>
                    <a:pt x="4826" y="0"/>
                    <a:pt x="10668" y="0"/>
                  </a:cubicBezTo>
                  <a:cubicBezTo>
                    <a:pt x="16510" y="0"/>
                    <a:pt x="21336" y="4826"/>
                    <a:pt x="21336" y="1066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823087" y="3564001"/>
              <a:ext cx="323850" cy="21336"/>
            </a:xfrm>
            <a:custGeom>
              <a:avLst/>
              <a:gdLst/>
              <a:ahLst/>
              <a:cxnLst/>
              <a:rect r="r" b="b" t="t" l="l"/>
              <a:pathLst>
                <a:path h="21336" w="323850">
                  <a:moveTo>
                    <a:pt x="10668" y="0"/>
                  </a:moveTo>
                  <a:lnTo>
                    <a:pt x="313182" y="0"/>
                  </a:lnTo>
                  <a:cubicBezTo>
                    <a:pt x="319024" y="0"/>
                    <a:pt x="323850" y="4826"/>
                    <a:pt x="323850" y="10668"/>
                  </a:cubicBezTo>
                  <a:cubicBezTo>
                    <a:pt x="323850" y="16510"/>
                    <a:pt x="319024" y="21336"/>
                    <a:pt x="313182" y="21336"/>
                  </a:cubicBezTo>
                  <a:lnTo>
                    <a:pt x="10668" y="21336"/>
                  </a:lnTo>
                  <a:cubicBezTo>
                    <a:pt x="4826" y="21336"/>
                    <a:pt x="0" y="16510"/>
                    <a:pt x="0" y="10668"/>
                  </a:cubicBezTo>
                  <a:cubicBezTo>
                    <a:pt x="0" y="4826"/>
                    <a:pt x="4826" y="0"/>
                    <a:pt x="10668" y="0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53922" y="3314573"/>
              <a:ext cx="21336" cy="233680"/>
            </a:xfrm>
            <a:custGeom>
              <a:avLst/>
              <a:gdLst/>
              <a:ahLst/>
              <a:cxnLst/>
              <a:rect r="r" b="b" t="t" l="l"/>
              <a:pathLst>
                <a:path h="233680" w="21336">
                  <a:moveTo>
                    <a:pt x="0" y="223012"/>
                  </a:moveTo>
                  <a:lnTo>
                    <a:pt x="0" y="10668"/>
                  </a:lnTo>
                  <a:cubicBezTo>
                    <a:pt x="0" y="4826"/>
                    <a:pt x="4826" y="0"/>
                    <a:pt x="10668" y="0"/>
                  </a:cubicBezTo>
                  <a:cubicBezTo>
                    <a:pt x="16510" y="0"/>
                    <a:pt x="21336" y="4826"/>
                    <a:pt x="21336" y="10668"/>
                  </a:cubicBezTo>
                  <a:lnTo>
                    <a:pt x="21336" y="223012"/>
                  </a:lnTo>
                  <a:cubicBezTo>
                    <a:pt x="21336" y="228854"/>
                    <a:pt x="16510" y="233680"/>
                    <a:pt x="10668" y="233680"/>
                  </a:cubicBezTo>
                  <a:cubicBezTo>
                    <a:pt x="4826" y="233680"/>
                    <a:pt x="0" y="228854"/>
                    <a:pt x="0" y="223012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17613" y="3286181"/>
              <a:ext cx="58274" cy="49809"/>
            </a:xfrm>
            <a:custGeom>
              <a:avLst/>
              <a:gdLst/>
              <a:ahLst/>
              <a:cxnLst/>
              <a:rect r="r" b="b" t="t" l="l"/>
              <a:pathLst>
                <a:path h="49809" w="58274">
                  <a:moveTo>
                    <a:pt x="36563" y="37028"/>
                  </a:moveTo>
                  <a:cubicBezTo>
                    <a:pt x="37706" y="31313"/>
                    <a:pt x="32372" y="23820"/>
                    <a:pt x="21450" y="21661"/>
                  </a:cubicBezTo>
                  <a:cubicBezTo>
                    <a:pt x="18275" y="21026"/>
                    <a:pt x="15608" y="21153"/>
                    <a:pt x="13830" y="21788"/>
                  </a:cubicBezTo>
                  <a:cubicBezTo>
                    <a:pt x="8242" y="23566"/>
                    <a:pt x="2273" y="20391"/>
                    <a:pt x="495" y="14803"/>
                  </a:cubicBezTo>
                  <a:cubicBezTo>
                    <a:pt x="-1283" y="9215"/>
                    <a:pt x="1892" y="3246"/>
                    <a:pt x="7480" y="1468"/>
                  </a:cubicBezTo>
                  <a:cubicBezTo>
                    <a:pt x="13449" y="-437"/>
                    <a:pt x="19799" y="-310"/>
                    <a:pt x="25641" y="833"/>
                  </a:cubicBezTo>
                  <a:cubicBezTo>
                    <a:pt x="40881" y="3881"/>
                    <a:pt x="62217" y="17724"/>
                    <a:pt x="57645" y="41219"/>
                  </a:cubicBezTo>
                  <a:cubicBezTo>
                    <a:pt x="56502" y="47061"/>
                    <a:pt x="50914" y="50744"/>
                    <a:pt x="45072" y="49601"/>
                  </a:cubicBezTo>
                  <a:cubicBezTo>
                    <a:pt x="39230" y="48458"/>
                    <a:pt x="35547" y="42870"/>
                    <a:pt x="36690" y="3702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25246" y="3287141"/>
              <a:ext cx="313563" cy="21336"/>
            </a:xfrm>
            <a:custGeom>
              <a:avLst/>
              <a:gdLst/>
              <a:ahLst/>
              <a:cxnLst/>
              <a:rect r="r" b="b" t="t" l="l"/>
              <a:pathLst>
                <a:path h="21336" w="313563">
                  <a:moveTo>
                    <a:pt x="302895" y="21336"/>
                  </a:moveTo>
                  <a:lnTo>
                    <a:pt x="10668" y="21336"/>
                  </a:lnTo>
                  <a:cubicBezTo>
                    <a:pt x="4826" y="21336"/>
                    <a:pt x="0" y="16510"/>
                    <a:pt x="0" y="10668"/>
                  </a:cubicBezTo>
                  <a:cubicBezTo>
                    <a:pt x="0" y="4826"/>
                    <a:pt x="4826" y="0"/>
                    <a:pt x="10668" y="0"/>
                  </a:cubicBezTo>
                  <a:lnTo>
                    <a:pt x="302895" y="0"/>
                  </a:lnTo>
                  <a:cubicBezTo>
                    <a:pt x="308737" y="0"/>
                    <a:pt x="313563" y="4826"/>
                    <a:pt x="313563" y="10668"/>
                  </a:cubicBezTo>
                  <a:cubicBezTo>
                    <a:pt x="313563" y="16510"/>
                    <a:pt x="308737" y="21336"/>
                    <a:pt x="302895" y="2133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31726" y="3081727"/>
              <a:ext cx="293103" cy="165292"/>
            </a:xfrm>
            <a:custGeom>
              <a:avLst/>
              <a:gdLst/>
              <a:ahLst/>
              <a:cxnLst/>
              <a:rect r="r" b="b" t="t" l="l"/>
              <a:pathLst>
                <a:path h="165292" w="293103">
                  <a:moveTo>
                    <a:pt x="272158" y="114863"/>
                  </a:moveTo>
                  <a:cubicBezTo>
                    <a:pt x="270126" y="107370"/>
                    <a:pt x="267332" y="100131"/>
                    <a:pt x="263903" y="93146"/>
                  </a:cubicBezTo>
                  <a:lnTo>
                    <a:pt x="273555" y="88447"/>
                  </a:lnTo>
                  <a:lnTo>
                    <a:pt x="263903" y="93146"/>
                  </a:lnTo>
                  <a:cubicBezTo>
                    <a:pt x="260474" y="86161"/>
                    <a:pt x="256537" y="79557"/>
                    <a:pt x="251838" y="73334"/>
                  </a:cubicBezTo>
                  <a:cubicBezTo>
                    <a:pt x="247266" y="67111"/>
                    <a:pt x="242059" y="61269"/>
                    <a:pt x="236471" y="55935"/>
                  </a:cubicBezTo>
                  <a:cubicBezTo>
                    <a:pt x="230756" y="50601"/>
                    <a:pt x="224660" y="45902"/>
                    <a:pt x="218183" y="41711"/>
                  </a:cubicBezTo>
                  <a:cubicBezTo>
                    <a:pt x="211706" y="37520"/>
                    <a:pt x="204848" y="33964"/>
                    <a:pt x="197609" y="30916"/>
                  </a:cubicBezTo>
                  <a:cubicBezTo>
                    <a:pt x="190497" y="27995"/>
                    <a:pt x="183004" y="25709"/>
                    <a:pt x="175384" y="24058"/>
                  </a:cubicBezTo>
                  <a:lnTo>
                    <a:pt x="177543" y="13644"/>
                  </a:lnTo>
                  <a:lnTo>
                    <a:pt x="175384" y="24058"/>
                  </a:lnTo>
                  <a:cubicBezTo>
                    <a:pt x="167764" y="22407"/>
                    <a:pt x="160144" y="21518"/>
                    <a:pt x="152397" y="21391"/>
                  </a:cubicBezTo>
                  <a:cubicBezTo>
                    <a:pt x="144650" y="21137"/>
                    <a:pt x="136903" y="21645"/>
                    <a:pt x="129283" y="22915"/>
                  </a:cubicBezTo>
                  <a:cubicBezTo>
                    <a:pt x="121663" y="24058"/>
                    <a:pt x="114170" y="25963"/>
                    <a:pt x="106804" y="28630"/>
                  </a:cubicBezTo>
                  <a:cubicBezTo>
                    <a:pt x="99438" y="31170"/>
                    <a:pt x="92453" y="34472"/>
                    <a:pt x="85722" y="38282"/>
                  </a:cubicBezTo>
                  <a:cubicBezTo>
                    <a:pt x="78991" y="42092"/>
                    <a:pt x="72641" y="46537"/>
                    <a:pt x="66672" y="51617"/>
                  </a:cubicBezTo>
                  <a:lnTo>
                    <a:pt x="59814" y="43489"/>
                  </a:lnTo>
                  <a:lnTo>
                    <a:pt x="66672" y="51617"/>
                  </a:lnTo>
                  <a:cubicBezTo>
                    <a:pt x="60703" y="56697"/>
                    <a:pt x="55242" y="62158"/>
                    <a:pt x="50416" y="68127"/>
                  </a:cubicBezTo>
                  <a:cubicBezTo>
                    <a:pt x="45463" y="74096"/>
                    <a:pt x="41145" y="80573"/>
                    <a:pt x="37335" y="87304"/>
                  </a:cubicBezTo>
                  <a:lnTo>
                    <a:pt x="27937" y="82097"/>
                  </a:lnTo>
                  <a:lnTo>
                    <a:pt x="37335" y="87304"/>
                  </a:lnTo>
                  <a:cubicBezTo>
                    <a:pt x="33525" y="94162"/>
                    <a:pt x="30477" y="101147"/>
                    <a:pt x="27937" y="108513"/>
                  </a:cubicBezTo>
                  <a:cubicBezTo>
                    <a:pt x="25524" y="115879"/>
                    <a:pt x="23619" y="123372"/>
                    <a:pt x="22603" y="131119"/>
                  </a:cubicBezTo>
                  <a:cubicBezTo>
                    <a:pt x="21460" y="138866"/>
                    <a:pt x="21079" y="146486"/>
                    <a:pt x="21460" y="154233"/>
                  </a:cubicBezTo>
                  <a:cubicBezTo>
                    <a:pt x="21714" y="160075"/>
                    <a:pt x="17142" y="165028"/>
                    <a:pt x="11173" y="165282"/>
                  </a:cubicBezTo>
                  <a:cubicBezTo>
                    <a:pt x="5204" y="165536"/>
                    <a:pt x="378" y="160964"/>
                    <a:pt x="124" y="154995"/>
                  </a:cubicBezTo>
                  <a:cubicBezTo>
                    <a:pt x="-257" y="145978"/>
                    <a:pt x="251" y="136961"/>
                    <a:pt x="1521" y="127944"/>
                  </a:cubicBezTo>
                  <a:lnTo>
                    <a:pt x="12062" y="129468"/>
                  </a:lnTo>
                  <a:lnTo>
                    <a:pt x="1521" y="127944"/>
                  </a:lnTo>
                  <a:cubicBezTo>
                    <a:pt x="2791" y="118927"/>
                    <a:pt x="4950" y="110164"/>
                    <a:pt x="7744" y="101655"/>
                  </a:cubicBezTo>
                  <a:lnTo>
                    <a:pt x="17904" y="105084"/>
                  </a:lnTo>
                  <a:lnTo>
                    <a:pt x="7744" y="101655"/>
                  </a:lnTo>
                  <a:cubicBezTo>
                    <a:pt x="10665" y="93019"/>
                    <a:pt x="14221" y="84764"/>
                    <a:pt x="18666" y="76890"/>
                  </a:cubicBezTo>
                  <a:cubicBezTo>
                    <a:pt x="23111" y="69016"/>
                    <a:pt x="28191" y="61523"/>
                    <a:pt x="33906" y="54538"/>
                  </a:cubicBezTo>
                  <a:lnTo>
                    <a:pt x="42161" y="61269"/>
                  </a:lnTo>
                  <a:lnTo>
                    <a:pt x="33906" y="54538"/>
                  </a:lnTo>
                  <a:cubicBezTo>
                    <a:pt x="39621" y="47553"/>
                    <a:pt x="45971" y="41076"/>
                    <a:pt x="52956" y="35234"/>
                  </a:cubicBezTo>
                  <a:cubicBezTo>
                    <a:pt x="59814" y="29392"/>
                    <a:pt x="67307" y="24185"/>
                    <a:pt x="75181" y="19740"/>
                  </a:cubicBezTo>
                  <a:lnTo>
                    <a:pt x="80515" y="29011"/>
                  </a:lnTo>
                  <a:lnTo>
                    <a:pt x="75181" y="19740"/>
                  </a:lnTo>
                  <a:cubicBezTo>
                    <a:pt x="83055" y="15295"/>
                    <a:pt x="91310" y="11485"/>
                    <a:pt x="99819" y="8437"/>
                  </a:cubicBezTo>
                  <a:lnTo>
                    <a:pt x="103375" y="18470"/>
                  </a:lnTo>
                  <a:lnTo>
                    <a:pt x="99819" y="8437"/>
                  </a:lnTo>
                  <a:cubicBezTo>
                    <a:pt x="108328" y="5389"/>
                    <a:pt x="117091" y="3230"/>
                    <a:pt x="126108" y="1833"/>
                  </a:cubicBezTo>
                  <a:lnTo>
                    <a:pt x="127759" y="12374"/>
                  </a:lnTo>
                  <a:lnTo>
                    <a:pt x="126108" y="1833"/>
                  </a:lnTo>
                  <a:cubicBezTo>
                    <a:pt x="134998" y="436"/>
                    <a:pt x="144015" y="-199"/>
                    <a:pt x="153159" y="55"/>
                  </a:cubicBezTo>
                  <a:lnTo>
                    <a:pt x="152905" y="10723"/>
                  </a:lnTo>
                  <a:lnTo>
                    <a:pt x="153159" y="55"/>
                  </a:lnTo>
                  <a:cubicBezTo>
                    <a:pt x="162176" y="309"/>
                    <a:pt x="171193" y="1325"/>
                    <a:pt x="180083" y="3230"/>
                  </a:cubicBezTo>
                  <a:cubicBezTo>
                    <a:pt x="188973" y="5135"/>
                    <a:pt x="197609" y="7802"/>
                    <a:pt x="205991" y="11231"/>
                  </a:cubicBezTo>
                  <a:lnTo>
                    <a:pt x="201927" y="21137"/>
                  </a:lnTo>
                  <a:lnTo>
                    <a:pt x="205991" y="11231"/>
                  </a:lnTo>
                  <a:cubicBezTo>
                    <a:pt x="214373" y="14660"/>
                    <a:pt x="222374" y="18851"/>
                    <a:pt x="229994" y="23804"/>
                  </a:cubicBezTo>
                  <a:lnTo>
                    <a:pt x="224152" y="32821"/>
                  </a:lnTo>
                  <a:lnTo>
                    <a:pt x="229867" y="23804"/>
                  </a:lnTo>
                  <a:cubicBezTo>
                    <a:pt x="237487" y="28757"/>
                    <a:pt x="244599" y="34218"/>
                    <a:pt x="251203" y="40441"/>
                  </a:cubicBezTo>
                  <a:lnTo>
                    <a:pt x="243837" y="48188"/>
                  </a:lnTo>
                  <a:lnTo>
                    <a:pt x="251076" y="40441"/>
                  </a:lnTo>
                  <a:cubicBezTo>
                    <a:pt x="257680" y="46664"/>
                    <a:pt x="263649" y="53395"/>
                    <a:pt x="269110" y="60634"/>
                  </a:cubicBezTo>
                  <a:lnTo>
                    <a:pt x="260474" y="66984"/>
                  </a:lnTo>
                  <a:lnTo>
                    <a:pt x="269110" y="60634"/>
                  </a:lnTo>
                  <a:cubicBezTo>
                    <a:pt x="274444" y="67873"/>
                    <a:pt x="279143" y="75620"/>
                    <a:pt x="283080" y="83748"/>
                  </a:cubicBezTo>
                  <a:cubicBezTo>
                    <a:pt x="287017" y="91876"/>
                    <a:pt x="290192" y="100385"/>
                    <a:pt x="292732" y="109021"/>
                  </a:cubicBezTo>
                  <a:cubicBezTo>
                    <a:pt x="294256" y="114736"/>
                    <a:pt x="290954" y="120578"/>
                    <a:pt x="285366" y="122102"/>
                  </a:cubicBezTo>
                  <a:cubicBezTo>
                    <a:pt x="279778" y="123626"/>
                    <a:pt x="273809" y="120324"/>
                    <a:pt x="272285" y="11473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32104" y="3225673"/>
              <a:ext cx="21336" cy="82677"/>
            </a:xfrm>
            <a:custGeom>
              <a:avLst/>
              <a:gdLst/>
              <a:ahLst/>
              <a:cxnLst/>
              <a:rect r="r" b="b" t="t" l="l"/>
              <a:pathLst>
                <a:path h="82677" w="21336">
                  <a:moveTo>
                    <a:pt x="21336" y="10668"/>
                  </a:moveTo>
                  <a:lnTo>
                    <a:pt x="21336" y="72009"/>
                  </a:lnTo>
                  <a:cubicBezTo>
                    <a:pt x="21336" y="77851"/>
                    <a:pt x="16510" y="82677"/>
                    <a:pt x="10668" y="82677"/>
                  </a:cubicBezTo>
                  <a:cubicBezTo>
                    <a:pt x="4826" y="82677"/>
                    <a:pt x="0" y="77851"/>
                    <a:pt x="0" y="72009"/>
                  </a:cubicBezTo>
                  <a:lnTo>
                    <a:pt x="0" y="10668"/>
                  </a:lnTo>
                  <a:cubicBezTo>
                    <a:pt x="0" y="4826"/>
                    <a:pt x="4826" y="0"/>
                    <a:pt x="10668" y="0"/>
                  </a:cubicBezTo>
                  <a:cubicBezTo>
                    <a:pt x="16510" y="0"/>
                    <a:pt x="21336" y="4826"/>
                    <a:pt x="21336" y="1066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528944" y="3488338"/>
              <a:ext cx="62638" cy="28418"/>
            </a:xfrm>
            <a:custGeom>
              <a:avLst/>
              <a:gdLst/>
              <a:ahLst/>
              <a:cxnLst/>
              <a:rect r="r" b="b" t="t" l="l"/>
              <a:pathLst>
                <a:path h="28418" w="62638">
                  <a:moveTo>
                    <a:pt x="56137" y="20672"/>
                  </a:moveTo>
                  <a:cubicBezTo>
                    <a:pt x="44072" y="25879"/>
                    <a:pt x="37468" y="27784"/>
                    <a:pt x="29213" y="28292"/>
                  </a:cubicBezTo>
                  <a:cubicBezTo>
                    <a:pt x="28959" y="28292"/>
                    <a:pt x="28832" y="28292"/>
                    <a:pt x="28578" y="28292"/>
                  </a:cubicBezTo>
                  <a:lnTo>
                    <a:pt x="10798" y="28419"/>
                  </a:lnTo>
                  <a:cubicBezTo>
                    <a:pt x="4956" y="28419"/>
                    <a:pt x="130" y="23720"/>
                    <a:pt x="3" y="17751"/>
                  </a:cubicBezTo>
                  <a:cubicBezTo>
                    <a:pt x="-124" y="11782"/>
                    <a:pt x="4702" y="7083"/>
                    <a:pt x="10671" y="6956"/>
                  </a:cubicBezTo>
                  <a:lnTo>
                    <a:pt x="28451" y="6829"/>
                  </a:lnTo>
                  <a:lnTo>
                    <a:pt x="28451" y="17497"/>
                  </a:lnTo>
                  <a:lnTo>
                    <a:pt x="27689" y="6829"/>
                  </a:lnTo>
                  <a:cubicBezTo>
                    <a:pt x="32515" y="6448"/>
                    <a:pt x="36579" y="5686"/>
                    <a:pt x="47628" y="860"/>
                  </a:cubicBezTo>
                  <a:cubicBezTo>
                    <a:pt x="53089" y="-1426"/>
                    <a:pt x="59312" y="987"/>
                    <a:pt x="61725" y="6448"/>
                  </a:cubicBezTo>
                  <a:cubicBezTo>
                    <a:pt x="64138" y="11909"/>
                    <a:pt x="61598" y="18132"/>
                    <a:pt x="56137" y="20545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534916" y="3164332"/>
              <a:ext cx="52540" cy="29807"/>
            </a:xfrm>
            <a:custGeom>
              <a:avLst/>
              <a:gdLst/>
              <a:ahLst/>
              <a:cxnLst/>
              <a:rect r="r" b="b" t="t" l="l"/>
              <a:pathLst>
                <a:path h="29807" w="52540">
                  <a:moveTo>
                    <a:pt x="33655" y="26035"/>
                  </a:moveTo>
                  <a:cubicBezTo>
                    <a:pt x="32385" y="24511"/>
                    <a:pt x="30480" y="22987"/>
                    <a:pt x="28448" y="21844"/>
                  </a:cubicBezTo>
                  <a:lnTo>
                    <a:pt x="33401" y="12319"/>
                  </a:lnTo>
                  <a:lnTo>
                    <a:pt x="30226" y="22479"/>
                  </a:lnTo>
                  <a:cubicBezTo>
                    <a:pt x="29083" y="22098"/>
                    <a:pt x="25019" y="21336"/>
                    <a:pt x="10668" y="21336"/>
                  </a:cubicBezTo>
                  <a:cubicBezTo>
                    <a:pt x="4826" y="21336"/>
                    <a:pt x="0" y="16510"/>
                    <a:pt x="0" y="10668"/>
                  </a:cubicBezTo>
                  <a:cubicBezTo>
                    <a:pt x="0" y="4826"/>
                    <a:pt x="4826" y="0"/>
                    <a:pt x="10668" y="0"/>
                  </a:cubicBezTo>
                  <a:cubicBezTo>
                    <a:pt x="24638" y="0"/>
                    <a:pt x="31877" y="635"/>
                    <a:pt x="36576" y="2159"/>
                  </a:cubicBezTo>
                  <a:cubicBezTo>
                    <a:pt x="37211" y="2286"/>
                    <a:pt x="37719" y="2540"/>
                    <a:pt x="38354" y="2921"/>
                  </a:cubicBezTo>
                  <a:cubicBezTo>
                    <a:pt x="42799" y="5207"/>
                    <a:pt x="46863" y="8636"/>
                    <a:pt x="50038" y="12192"/>
                  </a:cubicBezTo>
                  <a:cubicBezTo>
                    <a:pt x="53848" y="16764"/>
                    <a:pt x="53213" y="23495"/>
                    <a:pt x="48768" y="27305"/>
                  </a:cubicBezTo>
                  <a:cubicBezTo>
                    <a:pt x="44323" y="31115"/>
                    <a:pt x="37465" y="30480"/>
                    <a:pt x="33655" y="26035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247769" y="3164459"/>
              <a:ext cx="79121" cy="21336"/>
            </a:xfrm>
            <a:custGeom>
              <a:avLst/>
              <a:gdLst/>
              <a:ahLst/>
              <a:cxnLst/>
              <a:rect r="r" b="b" t="t" l="l"/>
              <a:pathLst>
                <a:path h="21336" w="79121">
                  <a:moveTo>
                    <a:pt x="68453" y="21336"/>
                  </a:moveTo>
                  <a:lnTo>
                    <a:pt x="10668" y="21336"/>
                  </a:lnTo>
                  <a:cubicBezTo>
                    <a:pt x="4826" y="21336"/>
                    <a:pt x="0" y="16510"/>
                    <a:pt x="0" y="10668"/>
                  </a:cubicBezTo>
                  <a:cubicBezTo>
                    <a:pt x="0" y="4826"/>
                    <a:pt x="4826" y="0"/>
                    <a:pt x="10668" y="0"/>
                  </a:cubicBezTo>
                  <a:lnTo>
                    <a:pt x="68453" y="0"/>
                  </a:lnTo>
                  <a:cubicBezTo>
                    <a:pt x="74295" y="0"/>
                    <a:pt x="79121" y="4826"/>
                    <a:pt x="79121" y="10668"/>
                  </a:cubicBezTo>
                  <a:cubicBezTo>
                    <a:pt x="79121" y="16510"/>
                    <a:pt x="74295" y="21336"/>
                    <a:pt x="68453" y="2133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253036" y="3132778"/>
              <a:ext cx="60830" cy="33215"/>
            </a:xfrm>
            <a:custGeom>
              <a:avLst/>
              <a:gdLst/>
              <a:ahLst/>
              <a:cxnLst/>
              <a:rect r="r" b="b" t="t" l="l"/>
              <a:pathLst>
                <a:path h="33215" w="60830">
                  <a:moveTo>
                    <a:pt x="5274" y="13393"/>
                  </a:moveTo>
                  <a:cubicBezTo>
                    <a:pt x="11370" y="9710"/>
                    <a:pt x="17212" y="7932"/>
                    <a:pt x="47565" y="312"/>
                  </a:cubicBezTo>
                  <a:cubicBezTo>
                    <a:pt x="53280" y="-1085"/>
                    <a:pt x="59122" y="2344"/>
                    <a:pt x="60519" y="8059"/>
                  </a:cubicBezTo>
                  <a:cubicBezTo>
                    <a:pt x="61916" y="13774"/>
                    <a:pt x="58487" y="19616"/>
                    <a:pt x="52772" y="21013"/>
                  </a:cubicBezTo>
                  <a:cubicBezTo>
                    <a:pt x="20768" y="29141"/>
                    <a:pt x="18990" y="30157"/>
                    <a:pt x="16323" y="31681"/>
                  </a:cubicBezTo>
                  <a:cubicBezTo>
                    <a:pt x="11243" y="34729"/>
                    <a:pt x="4766" y="33078"/>
                    <a:pt x="1591" y="28125"/>
                  </a:cubicBezTo>
                  <a:cubicBezTo>
                    <a:pt x="-1584" y="23172"/>
                    <a:pt x="194" y="16568"/>
                    <a:pt x="5147" y="1339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498300" y="3081787"/>
              <a:ext cx="32150" cy="23750"/>
            </a:xfrm>
            <a:custGeom>
              <a:avLst/>
              <a:gdLst/>
              <a:ahLst/>
              <a:cxnLst/>
              <a:rect r="r" b="b" t="t" l="l"/>
              <a:pathLst>
                <a:path h="23750" w="32150">
                  <a:moveTo>
                    <a:pt x="9819" y="122"/>
                  </a:moveTo>
                  <a:cubicBezTo>
                    <a:pt x="14137" y="-259"/>
                    <a:pt x="18455" y="249"/>
                    <a:pt x="22773" y="1646"/>
                  </a:cubicBezTo>
                  <a:cubicBezTo>
                    <a:pt x="23408" y="1900"/>
                    <a:pt x="24043" y="2154"/>
                    <a:pt x="24678" y="2535"/>
                  </a:cubicBezTo>
                  <a:lnTo>
                    <a:pt x="26710" y="3678"/>
                  </a:lnTo>
                  <a:cubicBezTo>
                    <a:pt x="31790" y="6599"/>
                    <a:pt x="33695" y="13076"/>
                    <a:pt x="30774" y="18283"/>
                  </a:cubicBezTo>
                  <a:cubicBezTo>
                    <a:pt x="27853" y="23490"/>
                    <a:pt x="21376" y="25268"/>
                    <a:pt x="16169" y="22347"/>
                  </a:cubicBezTo>
                  <a:lnTo>
                    <a:pt x="14137" y="21204"/>
                  </a:lnTo>
                  <a:lnTo>
                    <a:pt x="19344" y="11933"/>
                  </a:lnTo>
                  <a:lnTo>
                    <a:pt x="16042" y="22093"/>
                  </a:lnTo>
                  <a:cubicBezTo>
                    <a:pt x="14518" y="21585"/>
                    <a:pt x="13121" y="21458"/>
                    <a:pt x="11597" y="21585"/>
                  </a:cubicBezTo>
                  <a:cubicBezTo>
                    <a:pt x="5755" y="22093"/>
                    <a:pt x="548" y="17775"/>
                    <a:pt x="40" y="11806"/>
                  </a:cubicBezTo>
                  <a:cubicBezTo>
                    <a:pt x="-468" y="5837"/>
                    <a:pt x="3850" y="757"/>
                    <a:pt x="9819" y="249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512056" y="3517497"/>
              <a:ext cx="79779" cy="67713"/>
            </a:xfrm>
            <a:custGeom>
              <a:avLst/>
              <a:gdLst/>
              <a:ahLst/>
              <a:cxnLst/>
              <a:rect r="r" b="b" t="t" l="l"/>
              <a:pathLst>
                <a:path h="67713" w="79779">
                  <a:moveTo>
                    <a:pt x="79629" y="11198"/>
                  </a:moveTo>
                  <a:cubicBezTo>
                    <a:pt x="78994" y="23263"/>
                    <a:pt x="77597" y="30121"/>
                    <a:pt x="75819" y="35328"/>
                  </a:cubicBezTo>
                  <a:cubicBezTo>
                    <a:pt x="75692" y="35709"/>
                    <a:pt x="75438" y="36217"/>
                    <a:pt x="75311" y="36598"/>
                  </a:cubicBezTo>
                  <a:cubicBezTo>
                    <a:pt x="72009" y="43202"/>
                    <a:pt x="68834" y="48028"/>
                    <a:pt x="64897" y="52473"/>
                  </a:cubicBezTo>
                  <a:cubicBezTo>
                    <a:pt x="64643" y="52854"/>
                    <a:pt x="64262" y="53108"/>
                    <a:pt x="63881" y="53489"/>
                  </a:cubicBezTo>
                  <a:cubicBezTo>
                    <a:pt x="59563" y="57299"/>
                    <a:pt x="54991" y="60474"/>
                    <a:pt x="50292" y="62887"/>
                  </a:cubicBezTo>
                  <a:cubicBezTo>
                    <a:pt x="49784" y="63141"/>
                    <a:pt x="49276" y="63395"/>
                    <a:pt x="48641" y="63522"/>
                  </a:cubicBezTo>
                  <a:cubicBezTo>
                    <a:pt x="39116" y="66697"/>
                    <a:pt x="29972" y="67586"/>
                    <a:pt x="10668" y="67713"/>
                  </a:cubicBezTo>
                  <a:cubicBezTo>
                    <a:pt x="4826" y="67713"/>
                    <a:pt x="0" y="63014"/>
                    <a:pt x="0" y="57045"/>
                  </a:cubicBezTo>
                  <a:cubicBezTo>
                    <a:pt x="0" y="51076"/>
                    <a:pt x="4699" y="46377"/>
                    <a:pt x="10668" y="46377"/>
                  </a:cubicBezTo>
                  <a:cubicBezTo>
                    <a:pt x="29718" y="46250"/>
                    <a:pt x="35814" y="45361"/>
                    <a:pt x="41910" y="43329"/>
                  </a:cubicBezTo>
                  <a:lnTo>
                    <a:pt x="45339" y="53489"/>
                  </a:lnTo>
                  <a:lnTo>
                    <a:pt x="40386" y="44091"/>
                  </a:lnTo>
                  <a:cubicBezTo>
                    <a:pt x="43561" y="42440"/>
                    <a:pt x="46736" y="40154"/>
                    <a:pt x="49911" y="37487"/>
                  </a:cubicBezTo>
                  <a:lnTo>
                    <a:pt x="56896" y="45488"/>
                  </a:lnTo>
                  <a:lnTo>
                    <a:pt x="48895" y="38376"/>
                  </a:lnTo>
                  <a:cubicBezTo>
                    <a:pt x="51562" y="35455"/>
                    <a:pt x="53721" y="32280"/>
                    <a:pt x="56261" y="27200"/>
                  </a:cubicBezTo>
                  <a:lnTo>
                    <a:pt x="65786" y="31899"/>
                  </a:lnTo>
                  <a:lnTo>
                    <a:pt x="55753" y="28343"/>
                  </a:lnTo>
                  <a:cubicBezTo>
                    <a:pt x="56642" y="25676"/>
                    <a:pt x="57785" y="21104"/>
                    <a:pt x="58420" y="10055"/>
                  </a:cubicBezTo>
                  <a:cubicBezTo>
                    <a:pt x="58801" y="4213"/>
                    <a:pt x="63754" y="-359"/>
                    <a:pt x="69723" y="22"/>
                  </a:cubicBezTo>
                  <a:cubicBezTo>
                    <a:pt x="75692" y="403"/>
                    <a:pt x="80137" y="5356"/>
                    <a:pt x="79756" y="11325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247251" y="3503539"/>
              <a:ext cx="62009" cy="81821"/>
            </a:xfrm>
            <a:custGeom>
              <a:avLst/>
              <a:gdLst/>
              <a:ahLst/>
              <a:cxnLst/>
              <a:rect r="r" b="b" t="t" l="l"/>
              <a:pathLst>
                <a:path h="81821" w="62009">
                  <a:moveTo>
                    <a:pt x="50429" y="81798"/>
                  </a:moveTo>
                  <a:cubicBezTo>
                    <a:pt x="40142" y="81163"/>
                    <a:pt x="33284" y="79639"/>
                    <a:pt x="28204" y="77734"/>
                  </a:cubicBezTo>
                  <a:cubicBezTo>
                    <a:pt x="27823" y="77607"/>
                    <a:pt x="27442" y="77480"/>
                    <a:pt x="27061" y="77226"/>
                  </a:cubicBezTo>
                  <a:cubicBezTo>
                    <a:pt x="22362" y="74813"/>
                    <a:pt x="17663" y="71638"/>
                    <a:pt x="13345" y="67574"/>
                  </a:cubicBezTo>
                  <a:cubicBezTo>
                    <a:pt x="12964" y="67193"/>
                    <a:pt x="12583" y="66812"/>
                    <a:pt x="12329" y="66431"/>
                  </a:cubicBezTo>
                  <a:cubicBezTo>
                    <a:pt x="8646" y="61859"/>
                    <a:pt x="5725" y="57033"/>
                    <a:pt x="3693" y="52334"/>
                  </a:cubicBezTo>
                  <a:cubicBezTo>
                    <a:pt x="3439" y="51826"/>
                    <a:pt x="3312" y="51318"/>
                    <a:pt x="3185" y="50683"/>
                  </a:cubicBezTo>
                  <a:cubicBezTo>
                    <a:pt x="899" y="41793"/>
                    <a:pt x="645" y="36967"/>
                    <a:pt x="772" y="24648"/>
                  </a:cubicBezTo>
                  <a:lnTo>
                    <a:pt x="11440" y="24775"/>
                  </a:lnTo>
                  <a:lnTo>
                    <a:pt x="772" y="25283"/>
                  </a:lnTo>
                  <a:lnTo>
                    <a:pt x="10" y="11186"/>
                  </a:lnTo>
                  <a:cubicBezTo>
                    <a:pt x="-244" y="5344"/>
                    <a:pt x="4201" y="264"/>
                    <a:pt x="10170" y="10"/>
                  </a:cubicBezTo>
                  <a:cubicBezTo>
                    <a:pt x="16139" y="-244"/>
                    <a:pt x="21092" y="4201"/>
                    <a:pt x="21346" y="10170"/>
                  </a:cubicBezTo>
                  <a:lnTo>
                    <a:pt x="22108" y="24267"/>
                  </a:lnTo>
                  <a:cubicBezTo>
                    <a:pt x="22108" y="24521"/>
                    <a:pt x="22108" y="24648"/>
                    <a:pt x="22108" y="24902"/>
                  </a:cubicBezTo>
                  <a:cubicBezTo>
                    <a:pt x="21981" y="36459"/>
                    <a:pt x="22362" y="39253"/>
                    <a:pt x="23886" y="45476"/>
                  </a:cubicBezTo>
                  <a:lnTo>
                    <a:pt x="13472" y="48143"/>
                  </a:lnTo>
                  <a:lnTo>
                    <a:pt x="23251" y="43825"/>
                  </a:lnTo>
                  <a:cubicBezTo>
                    <a:pt x="24521" y="46873"/>
                    <a:pt x="26426" y="49921"/>
                    <a:pt x="28839" y="52969"/>
                  </a:cubicBezTo>
                  <a:lnTo>
                    <a:pt x="20584" y="59700"/>
                  </a:lnTo>
                  <a:lnTo>
                    <a:pt x="27823" y="51826"/>
                  </a:lnTo>
                  <a:cubicBezTo>
                    <a:pt x="30871" y="54620"/>
                    <a:pt x="33919" y="56652"/>
                    <a:pt x="36967" y="58176"/>
                  </a:cubicBezTo>
                  <a:lnTo>
                    <a:pt x="32141" y="67701"/>
                  </a:lnTo>
                  <a:lnTo>
                    <a:pt x="35951" y="57668"/>
                  </a:lnTo>
                  <a:cubicBezTo>
                    <a:pt x="38491" y="58684"/>
                    <a:pt x="43190" y="59827"/>
                    <a:pt x="51953" y="60462"/>
                  </a:cubicBezTo>
                  <a:cubicBezTo>
                    <a:pt x="57795" y="60843"/>
                    <a:pt x="62367" y="65923"/>
                    <a:pt x="61986" y="71765"/>
                  </a:cubicBezTo>
                  <a:cubicBezTo>
                    <a:pt x="61605" y="77607"/>
                    <a:pt x="56525" y="82179"/>
                    <a:pt x="50683" y="8179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4568063" y="3176395"/>
              <a:ext cx="23622" cy="362463"/>
            </a:xfrm>
            <a:custGeom>
              <a:avLst/>
              <a:gdLst/>
              <a:ahLst/>
              <a:cxnLst/>
              <a:rect r="r" b="b" t="t" l="l"/>
              <a:pathLst>
                <a:path h="362463" w="23622">
                  <a:moveTo>
                    <a:pt x="21463" y="10670"/>
                  </a:moveTo>
                  <a:lnTo>
                    <a:pt x="23622" y="351665"/>
                  </a:lnTo>
                  <a:cubicBezTo>
                    <a:pt x="23622" y="357507"/>
                    <a:pt x="18923" y="362333"/>
                    <a:pt x="12954" y="362460"/>
                  </a:cubicBezTo>
                  <a:cubicBezTo>
                    <a:pt x="6985" y="362587"/>
                    <a:pt x="2286" y="357761"/>
                    <a:pt x="2159" y="351792"/>
                  </a:cubicBezTo>
                  <a:lnTo>
                    <a:pt x="0" y="10797"/>
                  </a:lnTo>
                  <a:cubicBezTo>
                    <a:pt x="0" y="4955"/>
                    <a:pt x="4699" y="129"/>
                    <a:pt x="10668" y="2"/>
                  </a:cubicBezTo>
                  <a:cubicBezTo>
                    <a:pt x="16637" y="-125"/>
                    <a:pt x="21336" y="4701"/>
                    <a:pt x="21463" y="10670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4299839" y="3164459"/>
              <a:ext cx="21463" cy="352298"/>
            </a:xfrm>
            <a:custGeom>
              <a:avLst/>
              <a:gdLst/>
              <a:ahLst/>
              <a:cxnLst/>
              <a:rect r="r" b="b" t="t" l="l"/>
              <a:pathLst>
                <a:path h="352298" w="21463">
                  <a:moveTo>
                    <a:pt x="0" y="341630"/>
                  </a:moveTo>
                  <a:lnTo>
                    <a:pt x="127" y="10668"/>
                  </a:lnTo>
                  <a:cubicBezTo>
                    <a:pt x="127" y="4826"/>
                    <a:pt x="4953" y="0"/>
                    <a:pt x="10795" y="0"/>
                  </a:cubicBezTo>
                  <a:cubicBezTo>
                    <a:pt x="16637" y="0"/>
                    <a:pt x="21463" y="4826"/>
                    <a:pt x="21463" y="10668"/>
                  </a:cubicBezTo>
                  <a:lnTo>
                    <a:pt x="21336" y="341630"/>
                  </a:lnTo>
                  <a:cubicBezTo>
                    <a:pt x="21336" y="347472"/>
                    <a:pt x="16510" y="352298"/>
                    <a:pt x="10668" y="352298"/>
                  </a:cubicBezTo>
                  <a:cubicBezTo>
                    <a:pt x="4826" y="352298"/>
                    <a:pt x="0" y="347472"/>
                    <a:pt x="0" y="341630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4247134" y="3170555"/>
              <a:ext cx="21336" cy="354203"/>
            </a:xfrm>
            <a:custGeom>
              <a:avLst/>
              <a:gdLst/>
              <a:ahLst/>
              <a:cxnLst/>
              <a:rect r="r" b="b" t="t" l="l"/>
              <a:pathLst>
                <a:path h="354203" w="21336">
                  <a:moveTo>
                    <a:pt x="0" y="343535"/>
                  </a:moveTo>
                  <a:lnTo>
                    <a:pt x="0" y="10668"/>
                  </a:lnTo>
                  <a:cubicBezTo>
                    <a:pt x="0" y="4826"/>
                    <a:pt x="4826" y="0"/>
                    <a:pt x="10668" y="0"/>
                  </a:cubicBezTo>
                  <a:cubicBezTo>
                    <a:pt x="16510" y="0"/>
                    <a:pt x="21336" y="4826"/>
                    <a:pt x="21336" y="10668"/>
                  </a:cubicBezTo>
                  <a:lnTo>
                    <a:pt x="21336" y="343535"/>
                  </a:lnTo>
                  <a:cubicBezTo>
                    <a:pt x="21336" y="349377"/>
                    <a:pt x="16510" y="354203"/>
                    <a:pt x="10668" y="354203"/>
                  </a:cubicBezTo>
                  <a:cubicBezTo>
                    <a:pt x="4826" y="354203"/>
                    <a:pt x="0" y="349377"/>
                    <a:pt x="0" y="343535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4565983" y="3172793"/>
              <a:ext cx="22448" cy="23083"/>
            </a:xfrm>
            <a:custGeom>
              <a:avLst/>
              <a:gdLst/>
              <a:ahLst/>
              <a:cxnLst/>
              <a:rect r="r" b="b" t="t" l="l"/>
              <a:pathLst>
                <a:path h="23083" w="22448">
                  <a:moveTo>
                    <a:pt x="19606" y="4874"/>
                  </a:moveTo>
                  <a:lnTo>
                    <a:pt x="20749" y="6652"/>
                  </a:lnTo>
                  <a:cubicBezTo>
                    <a:pt x="23924" y="11605"/>
                    <a:pt x="22527" y="18209"/>
                    <a:pt x="17574" y="21384"/>
                  </a:cubicBezTo>
                  <a:cubicBezTo>
                    <a:pt x="12621" y="24559"/>
                    <a:pt x="6017" y="23162"/>
                    <a:pt x="2842" y="18209"/>
                  </a:cubicBezTo>
                  <a:lnTo>
                    <a:pt x="1699" y="16431"/>
                  </a:lnTo>
                  <a:cubicBezTo>
                    <a:pt x="-1476" y="11478"/>
                    <a:pt x="-79" y="4874"/>
                    <a:pt x="4874" y="1699"/>
                  </a:cubicBezTo>
                  <a:cubicBezTo>
                    <a:pt x="9827" y="-1476"/>
                    <a:pt x="16431" y="-79"/>
                    <a:pt x="19606" y="4874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4566937" y="3174382"/>
              <a:ext cx="22572" cy="23461"/>
            </a:xfrm>
            <a:custGeom>
              <a:avLst/>
              <a:gdLst/>
              <a:ahLst/>
              <a:cxnLst/>
              <a:rect r="r" b="b" t="t" l="l"/>
              <a:pathLst>
                <a:path h="23461" w="22572">
                  <a:moveTo>
                    <a:pt x="20303" y="5825"/>
                  </a:moveTo>
                  <a:lnTo>
                    <a:pt x="21319" y="7730"/>
                  </a:lnTo>
                  <a:cubicBezTo>
                    <a:pt x="24113" y="12937"/>
                    <a:pt x="22081" y="19414"/>
                    <a:pt x="16747" y="22208"/>
                  </a:cubicBezTo>
                  <a:cubicBezTo>
                    <a:pt x="11413" y="25002"/>
                    <a:pt x="5063" y="22970"/>
                    <a:pt x="2269" y="17636"/>
                  </a:cubicBezTo>
                  <a:lnTo>
                    <a:pt x="1253" y="15731"/>
                  </a:lnTo>
                  <a:cubicBezTo>
                    <a:pt x="-1541" y="10524"/>
                    <a:pt x="491" y="4047"/>
                    <a:pt x="5825" y="1253"/>
                  </a:cubicBezTo>
                  <a:cubicBezTo>
                    <a:pt x="11159" y="-1541"/>
                    <a:pt x="17509" y="491"/>
                    <a:pt x="20303" y="5825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4246966" y="3151465"/>
              <a:ext cx="23322" cy="40594"/>
            </a:xfrm>
            <a:custGeom>
              <a:avLst/>
              <a:gdLst/>
              <a:ahLst/>
              <a:cxnLst/>
              <a:rect r="r" b="b" t="t" l="l"/>
              <a:pathLst>
                <a:path h="40594" w="23322">
                  <a:moveTo>
                    <a:pt x="23282" y="11724"/>
                  </a:moveTo>
                  <a:lnTo>
                    <a:pt x="21377" y="30901"/>
                  </a:lnTo>
                  <a:cubicBezTo>
                    <a:pt x="20869" y="36743"/>
                    <a:pt x="15535" y="41061"/>
                    <a:pt x="9693" y="40553"/>
                  </a:cubicBezTo>
                  <a:cubicBezTo>
                    <a:pt x="3851" y="40045"/>
                    <a:pt x="-467" y="34711"/>
                    <a:pt x="41" y="28869"/>
                  </a:cubicBezTo>
                  <a:lnTo>
                    <a:pt x="1946" y="9692"/>
                  </a:lnTo>
                  <a:cubicBezTo>
                    <a:pt x="2454" y="3850"/>
                    <a:pt x="7788" y="-468"/>
                    <a:pt x="13630" y="40"/>
                  </a:cubicBezTo>
                  <a:cubicBezTo>
                    <a:pt x="19472" y="548"/>
                    <a:pt x="23790" y="5882"/>
                    <a:pt x="23282" y="11724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4248914" y="3149740"/>
              <a:ext cx="21966" cy="23087"/>
            </a:xfrm>
            <a:custGeom>
              <a:avLst/>
              <a:gdLst/>
              <a:ahLst/>
              <a:cxnLst/>
              <a:rect r="r" b="b" t="t" l="l"/>
              <a:pathLst>
                <a:path h="23087" w="21966">
                  <a:moveTo>
                    <a:pt x="506" y="9131"/>
                  </a:moveTo>
                  <a:lnTo>
                    <a:pt x="1014" y="7480"/>
                  </a:lnTo>
                  <a:cubicBezTo>
                    <a:pt x="2792" y="1892"/>
                    <a:pt x="8761" y="-1283"/>
                    <a:pt x="14476" y="495"/>
                  </a:cubicBezTo>
                  <a:cubicBezTo>
                    <a:pt x="20191" y="2273"/>
                    <a:pt x="23239" y="8242"/>
                    <a:pt x="21461" y="13957"/>
                  </a:cubicBezTo>
                  <a:lnTo>
                    <a:pt x="20953" y="15608"/>
                  </a:lnTo>
                  <a:cubicBezTo>
                    <a:pt x="19175" y="21196"/>
                    <a:pt x="13206" y="24371"/>
                    <a:pt x="7491" y="22593"/>
                  </a:cubicBezTo>
                  <a:cubicBezTo>
                    <a:pt x="1776" y="20815"/>
                    <a:pt x="-1272" y="14846"/>
                    <a:pt x="506" y="9131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4249450" y="3148233"/>
              <a:ext cx="22039" cy="22928"/>
            </a:xfrm>
            <a:custGeom>
              <a:avLst/>
              <a:gdLst/>
              <a:ahLst/>
              <a:cxnLst/>
              <a:rect r="r" b="b" t="t" l="l"/>
              <a:pathLst>
                <a:path h="22928" w="22039">
                  <a:moveTo>
                    <a:pt x="859" y="7971"/>
                  </a:moveTo>
                  <a:lnTo>
                    <a:pt x="1494" y="6447"/>
                  </a:lnTo>
                  <a:cubicBezTo>
                    <a:pt x="3907" y="986"/>
                    <a:pt x="10130" y="-1427"/>
                    <a:pt x="15591" y="859"/>
                  </a:cubicBezTo>
                  <a:cubicBezTo>
                    <a:pt x="21052" y="3145"/>
                    <a:pt x="23465" y="9495"/>
                    <a:pt x="21179" y="14956"/>
                  </a:cubicBezTo>
                  <a:lnTo>
                    <a:pt x="20544" y="16480"/>
                  </a:lnTo>
                  <a:cubicBezTo>
                    <a:pt x="18131" y="21941"/>
                    <a:pt x="11908" y="24354"/>
                    <a:pt x="6447" y="22068"/>
                  </a:cubicBezTo>
                  <a:cubicBezTo>
                    <a:pt x="986" y="19782"/>
                    <a:pt x="-1427" y="13432"/>
                    <a:pt x="859" y="7971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4250142" y="3147020"/>
              <a:ext cx="22178" cy="22686"/>
            </a:xfrm>
            <a:custGeom>
              <a:avLst/>
              <a:gdLst/>
              <a:ahLst/>
              <a:cxnLst/>
              <a:rect r="r" b="b" t="t" l="l"/>
              <a:pathLst>
                <a:path h="22686" w="22178">
                  <a:moveTo>
                    <a:pt x="1564" y="6390"/>
                  </a:moveTo>
                  <a:lnTo>
                    <a:pt x="2326" y="5120"/>
                  </a:lnTo>
                  <a:cubicBezTo>
                    <a:pt x="5374" y="40"/>
                    <a:pt x="11978" y="-1484"/>
                    <a:pt x="17058" y="1564"/>
                  </a:cubicBezTo>
                  <a:cubicBezTo>
                    <a:pt x="22138" y="4612"/>
                    <a:pt x="23662" y="11216"/>
                    <a:pt x="20614" y="16296"/>
                  </a:cubicBezTo>
                  <a:lnTo>
                    <a:pt x="19852" y="17566"/>
                  </a:lnTo>
                  <a:cubicBezTo>
                    <a:pt x="16804" y="22646"/>
                    <a:pt x="10200" y="24170"/>
                    <a:pt x="5120" y="21122"/>
                  </a:cubicBezTo>
                  <a:cubicBezTo>
                    <a:pt x="40" y="18074"/>
                    <a:pt x="-1484" y="11470"/>
                    <a:pt x="1564" y="6390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4251087" y="3145765"/>
              <a:ext cx="22193" cy="22403"/>
            </a:xfrm>
            <a:custGeom>
              <a:avLst/>
              <a:gdLst/>
              <a:ahLst/>
              <a:cxnLst/>
              <a:rect r="r" b="b" t="t" l="l"/>
              <a:pathLst>
                <a:path h="22403" w="22193">
                  <a:moveTo>
                    <a:pt x="2397" y="4978"/>
                  </a:moveTo>
                  <a:lnTo>
                    <a:pt x="3413" y="3835"/>
                  </a:lnTo>
                  <a:cubicBezTo>
                    <a:pt x="7223" y="-737"/>
                    <a:pt x="13954" y="-1245"/>
                    <a:pt x="18399" y="2438"/>
                  </a:cubicBezTo>
                  <a:cubicBezTo>
                    <a:pt x="22844" y="6121"/>
                    <a:pt x="23479" y="12979"/>
                    <a:pt x="19796" y="17424"/>
                  </a:cubicBezTo>
                  <a:lnTo>
                    <a:pt x="18780" y="18567"/>
                  </a:lnTo>
                  <a:cubicBezTo>
                    <a:pt x="14970" y="23139"/>
                    <a:pt x="8239" y="23647"/>
                    <a:pt x="3794" y="19964"/>
                  </a:cubicBezTo>
                  <a:cubicBezTo>
                    <a:pt x="-651" y="16281"/>
                    <a:pt x="-1286" y="9423"/>
                    <a:pt x="2397" y="497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4251839" y="3144526"/>
              <a:ext cx="22721" cy="22594"/>
            </a:xfrm>
            <a:custGeom>
              <a:avLst/>
              <a:gdLst/>
              <a:ahLst/>
              <a:cxnLst/>
              <a:rect r="r" b="b" t="t" l="l"/>
              <a:pathLst>
                <a:path h="22594" w="22721">
                  <a:moveTo>
                    <a:pt x="3677" y="3804"/>
                  </a:moveTo>
                  <a:lnTo>
                    <a:pt x="4947" y="2661"/>
                  </a:lnTo>
                  <a:cubicBezTo>
                    <a:pt x="9392" y="-1276"/>
                    <a:pt x="16123" y="-768"/>
                    <a:pt x="20060" y="3677"/>
                  </a:cubicBezTo>
                  <a:cubicBezTo>
                    <a:pt x="23997" y="8122"/>
                    <a:pt x="23489" y="14853"/>
                    <a:pt x="19044" y="18790"/>
                  </a:cubicBezTo>
                  <a:lnTo>
                    <a:pt x="17774" y="19933"/>
                  </a:lnTo>
                  <a:cubicBezTo>
                    <a:pt x="13329" y="23870"/>
                    <a:pt x="6598" y="23362"/>
                    <a:pt x="2661" y="18917"/>
                  </a:cubicBezTo>
                  <a:cubicBezTo>
                    <a:pt x="-1276" y="14472"/>
                    <a:pt x="-768" y="7741"/>
                    <a:pt x="3677" y="3804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4509070" y="3084003"/>
              <a:ext cx="22354" cy="22100"/>
            </a:xfrm>
            <a:custGeom>
              <a:avLst/>
              <a:gdLst/>
              <a:ahLst/>
              <a:cxnLst/>
              <a:rect r="r" b="b" t="t" l="l"/>
              <a:pathLst>
                <a:path h="22100" w="22354">
                  <a:moveTo>
                    <a:pt x="17210" y="2224"/>
                  </a:moveTo>
                  <a:lnTo>
                    <a:pt x="18226" y="2986"/>
                  </a:lnTo>
                  <a:cubicBezTo>
                    <a:pt x="22925" y="6669"/>
                    <a:pt x="23687" y="13273"/>
                    <a:pt x="20131" y="17972"/>
                  </a:cubicBezTo>
                  <a:cubicBezTo>
                    <a:pt x="16575" y="22671"/>
                    <a:pt x="9844" y="23433"/>
                    <a:pt x="5145" y="19877"/>
                  </a:cubicBezTo>
                  <a:lnTo>
                    <a:pt x="4129" y="19115"/>
                  </a:lnTo>
                  <a:cubicBezTo>
                    <a:pt x="-570" y="15432"/>
                    <a:pt x="-1332" y="8828"/>
                    <a:pt x="2224" y="4129"/>
                  </a:cubicBezTo>
                  <a:cubicBezTo>
                    <a:pt x="5780" y="-570"/>
                    <a:pt x="12511" y="-1332"/>
                    <a:pt x="17210" y="2224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4510049" y="3084855"/>
              <a:ext cx="23473" cy="23473"/>
            </a:xfrm>
            <a:custGeom>
              <a:avLst/>
              <a:gdLst/>
              <a:ahLst/>
              <a:cxnLst/>
              <a:rect r="r" b="b" t="t" l="l"/>
              <a:pathLst>
                <a:path h="23473" w="23473">
                  <a:moveTo>
                    <a:pt x="18009" y="2769"/>
                  </a:moveTo>
                  <a:cubicBezTo>
                    <a:pt x="19025" y="3785"/>
                    <a:pt x="20041" y="4801"/>
                    <a:pt x="20930" y="5817"/>
                  </a:cubicBezTo>
                  <a:cubicBezTo>
                    <a:pt x="24740" y="10262"/>
                    <a:pt x="24232" y="17120"/>
                    <a:pt x="19660" y="20930"/>
                  </a:cubicBezTo>
                  <a:cubicBezTo>
                    <a:pt x="15088" y="24740"/>
                    <a:pt x="8357" y="24232"/>
                    <a:pt x="4547" y="19660"/>
                  </a:cubicBezTo>
                  <a:cubicBezTo>
                    <a:pt x="4166" y="19279"/>
                    <a:pt x="3785" y="18898"/>
                    <a:pt x="3404" y="18517"/>
                  </a:cubicBezTo>
                  <a:cubicBezTo>
                    <a:pt x="-914" y="14453"/>
                    <a:pt x="-1168" y="7722"/>
                    <a:pt x="2896" y="3404"/>
                  </a:cubicBezTo>
                  <a:cubicBezTo>
                    <a:pt x="6960" y="-914"/>
                    <a:pt x="13691" y="-1168"/>
                    <a:pt x="18009" y="289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4512039" y="3086845"/>
              <a:ext cx="23117" cy="24007"/>
            </a:xfrm>
            <a:custGeom>
              <a:avLst/>
              <a:gdLst/>
              <a:ahLst/>
              <a:cxnLst/>
              <a:rect r="r" b="b" t="t" l="l"/>
              <a:pathLst>
                <a:path h="24007" w="23117">
                  <a:moveTo>
                    <a:pt x="19194" y="4208"/>
                  </a:moveTo>
                  <a:cubicBezTo>
                    <a:pt x="20083" y="5351"/>
                    <a:pt x="20972" y="6748"/>
                    <a:pt x="21861" y="8272"/>
                  </a:cubicBezTo>
                  <a:cubicBezTo>
                    <a:pt x="24655" y="13479"/>
                    <a:pt x="22623" y="19956"/>
                    <a:pt x="17416" y="22750"/>
                  </a:cubicBezTo>
                  <a:cubicBezTo>
                    <a:pt x="12209" y="25544"/>
                    <a:pt x="5732" y="23512"/>
                    <a:pt x="2938" y="18305"/>
                  </a:cubicBezTo>
                  <a:cubicBezTo>
                    <a:pt x="2811" y="18051"/>
                    <a:pt x="2557" y="17670"/>
                    <a:pt x="2176" y="17162"/>
                  </a:cubicBezTo>
                  <a:cubicBezTo>
                    <a:pt x="-1380" y="12463"/>
                    <a:pt x="-491" y="5732"/>
                    <a:pt x="4208" y="2176"/>
                  </a:cubicBezTo>
                  <a:cubicBezTo>
                    <a:pt x="8907" y="-1380"/>
                    <a:pt x="15638" y="-491"/>
                    <a:pt x="19194" y="420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4513766" y="3089461"/>
              <a:ext cx="21980" cy="22742"/>
            </a:xfrm>
            <a:custGeom>
              <a:avLst/>
              <a:gdLst/>
              <a:ahLst/>
              <a:cxnLst/>
              <a:rect r="r" b="b" t="t" l="l"/>
              <a:pathLst>
                <a:path h="22742" w="21980">
                  <a:moveTo>
                    <a:pt x="20388" y="6291"/>
                  </a:moveTo>
                  <a:lnTo>
                    <a:pt x="21023" y="7688"/>
                  </a:lnTo>
                  <a:cubicBezTo>
                    <a:pt x="23436" y="13022"/>
                    <a:pt x="21150" y="19372"/>
                    <a:pt x="15689" y="21785"/>
                  </a:cubicBezTo>
                  <a:cubicBezTo>
                    <a:pt x="10228" y="24198"/>
                    <a:pt x="4005" y="21912"/>
                    <a:pt x="1592" y="16451"/>
                  </a:cubicBezTo>
                  <a:lnTo>
                    <a:pt x="957" y="15054"/>
                  </a:lnTo>
                  <a:cubicBezTo>
                    <a:pt x="-1456" y="9720"/>
                    <a:pt x="830" y="3370"/>
                    <a:pt x="6291" y="957"/>
                  </a:cubicBezTo>
                  <a:cubicBezTo>
                    <a:pt x="11752" y="-1456"/>
                    <a:pt x="17975" y="830"/>
                    <a:pt x="20388" y="6291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4514440" y="3090898"/>
              <a:ext cx="21996" cy="23647"/>
            </a:xfrm>
            <a:custGeom>
              <a:avLst/>
              <a:gdLst/>
              <a:ahLst/>
              <a:cxnLst/>
              <a:rect r="r" b="b" t="t" l="l"/>
              <a:pathLst>
                <a:path h="23647" w="21996">
                  <a:moveTo>
                    <a:pt x="20603" y="6886"/>
                  </a:moveTo>
                  <a:cubicBezTo>
                    <a:pt x="20984" y="7902"/>
                    <a:pt x="21365" y="9045"/>
                    <a:pt x="21619" y="10315"/>
                  </a:cubicBezTo>
                  <a:cubicBezTo>
                    <a:pt x="21619" y="10442"/>
                    <a:pt x="21746" y="10569"/>
                    <a:pt x="21746" y="10696"/>
                  </a:cubicBezTo>
                  <a:cubicBezTo>
                    <a:pt x="23016" y="16411"/>
                    <a:pt x="19333" y="22126"/>
                    <a:pt x="13618" y="23396"/>
                  </a:cubicBezTo>
                  <a:cubicBezTo>
                    <a:pt x="7903" y="24666"/>
                    <a:pt x="2188" y="20983"/>
                    <a:pt x="918" y="15268"/>
                  </a:cubicBezTo>
                  <a:cubicBezTo>
                    <a:pt x="918" y="15268"/>
                    <a:pt x="791" y="15014"/>
                    <a:pt x="664" y="14379"/>
                  </a:cubicBezTo>
                  <a:cubicBezTo>
                    <a:pt x="-1368" y="8918"/>
                    <a:pt x="1426" y="2695"/>
                    <a:pt x="6887" y="663"/>
                  </a:cubicBezTo>
                  <a:cubicBezTo>
                    <a:pt x="12348" y="-1369"/>
                    <a:pt x="18571" y="1425"/>
                    <a:pt x="20603" y="688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4515104" y="3093210"/>
              <a:ext cx="21844" cy="92588"/>
            </a:xfrm>
            <a:custGeom>
              <a:avLst/>
              <a:gdLst/>
              <a:ahLst/>
              <a:cxnLst/>
              <a:rect r="r" b="b" t="t" l="l"/>
              <a:pathLst>
                <a:path h="92588" w="21844">
                  <a:moveTo>
                    <a:pt x="21463" y="10670"/>
                  </a:moveTo>
                  <a:lnTo>
                    <a:pt x="21844" y="81790"/>
                  </a:lnTo>
                  <a:cubicBezTo>
                    <a:pt x="21844" y="87632"/>
                    <a:pt x="17145" y="92458"/>
                    <a:pt x="11176" y="92585"/>
                  </a:cubicBezTo>
                  <a:cubicBezTo>
                    <a:pt x="5207" y="92712"/>
                    <a:pt x="508" y="87886"/>
                    <a:pt x="381" y="81917"/>
                  </a:cubicBezTo>
                  <a:lnTo>
                    <a:pt x="0" y="10797"/>
                  </a:lnTo>
                  <a:cubicBezTo>
                    <a:pt x="0" y="4955"/>
                    <a:pt x="4699" y="129"/>
                    <a:pt x="10668" y="2"/>
                  </a:cubicBezTo>
                  <a:cubicBezTo>
                    <a:pt x="16637" y="-125"/>
                    <a:pt x="21336" y="4701"/>
                    <a:pt x="21463" y="10670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4293743" y="3495421"/>
              <a:ext cx="256667" cy="21336"/>
            </a:xfrm>
            <a:custGeom>
              <a:avLst/>
              <a:gdLst/>
              <a:ahLst/>
              <a:cxnLst/>
              <a:rect r="r" b="b" t="t" l="l"/>
              <a:pathLst>
                <a:path h="21336" w="256667">
                  <a:moveTo>
                    <a:pt x="245999" y="21336"/>
                  </a:moveTo>
                  <a:lnTo>
                    <a:pt x="10668" y="21336"/>
                  </a:lnTo>
                  <a:cubicBezTo>
                    <a:pt x="4826" y="21336"/>
                    <a:pt x="0" y="16510"/>
                    <a:pt x="0" y="10668"/>
                  </a:cubicBezTo>
                  <a:cubicBezTo>
                    <a:pt x="0" y="4826"/>
                    <a:pt x="4826" y="0"/>
                    <a:pt x="10668" y="0"/>
                  </a:cubicBezTo>
                  <a:lnTo>
                    <a:pt x="245999" y="0"/>
                  </a:lnTo>
                  <a:cubicBezTo>
                    <a:pt x="251841" y="0"/>
                    <a:pt x="256667" y="4826"/>
                    <a:pt x="256667" y="10668"/>
                  </a:cubicBezTo>
                  <a:cubicBezTo>
                    <a:pt x="256667" y="16510"/>
                    <a:pt x="251841" y="21336"/>
                    <a:pt x="245999" y="2133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4287774" y="3564001"/>
              <a:ext cx="245618" cy="21336"/>
            </a:xfrm>
            <a:custGeom>
              <a:avLst/>
              <a:gdLst/>
              <a:ahLst/>
              <a:cxnLst/>
              <a:rect r="r" b="b" t="t" l="l"/>
              <a:pathLst>
                <a:path h="21336" w="245618">
                  <a:moveTo>
                    <a:pt x="234950" y="21336"/>
                  </a:moveTo>
                  <a:lnTo>
                    <a:pt x="10668" y="21336"/>
                  </a:lnTo>
                  <a:cubicBezTo>
                    <a:pt x="4826" y="21336"/>
                    <a:pt x="0" y="16510"/>
                    <a:pt x="0" y="10668"/>
                  </a:cubicBezTo>
                  <a:cubicBezTo>
                    <a:pt x="0" y="4826"/>
                    <a:pt x="4826" y="0"/>
                    <a:pt x="10668" y="0"/>
                  </a:cubicBezTo>
                  <a:lnTo>
                    <a:pt x="234950" y="0"/>
                  </a:lnTo>
                  <a:cubicBezTo>
                    <a:pt x="240792" y="0"/>
                    <a:pt x="245618" y="4826"/>
                    <a:pt x="245618" y="10668"/>
                  </a:cubicBezTo>
                  <a:cubicBezTo>
                    <a:pt x="245618" y="16510"/>
                    <a:pt x="240792" y="21336"/>
                    <a:pt x="234950" y="2133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305554" y="3164459"/>
              <a:ext cx="250698" cy="21336"/>
            </a:xfrm>
            <a:custGeom>
              <a:avLst/>
              <a:gdLst/>
              <a:ahLst/>
              <a:cxnLst/>
              <a:rect r="r" b="b" t="t" l="l"/>
              <a:pathLst>
                <a:path h="21336" w="250698">
                  <a:moveTo>
                    <a:pt x="240030" y="21336"/>
                  </a:moveTo>
                  <a:lnTo>
                    <a:pt x="10668" y="21336"/>
                  </a:lnTo>
                  <a:cubicBezTo>
                    <a:pt x="4826" y="21336"/>
                    <a:pt x="0" y="16510"/>
                    <a:pt x="0" y="10668"/>
                  </a:cubicBezTo>
                  <a:cubicBezTo>
                    <a:pt x="0" y="4826"/>
                    <a:pt x="4826" y="0"/>
                    <a:pt x="10668" y="0"/>
                  </a:cubicBezTo>
                  <a:lnTo>
                    <a:pt x="240030" y="0"/>
                  </a:lnTo>
                  <a:cubicBezTo>
                    <a:pt x="245872" y="0"/>
                    <a:pt x="250698" y="4826"/>
                    <a:pt x="250698" y="10668"/>
                  </a:cubicBezTo>
                  <a:cubicBezTo>
                    <a:pt x="250698" y="16510"/>
                    <a:pt x="245872" y="21336"/>
                    <a:pt x="240030" y="2133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4248149" y="3495418"/>
              <a:ext cx="66932" cy="43819"/>
            </a:xfrm>
            <a:custGeom>
              <a:avLst/>
              <a:gdLst/>
              <a:ahLst/>
              <a:cxnLst/>
              <a:rect r="r" b="b" t="t" l="l"/>
              <a:pathLst>
                <a:path h="43819" w="66932">
                  <a:moveTo>
                    <a:pt x="56516" y="21212"/>
                  </a:moveTo>
                  <a:cubicBezTo>
                    <a:pt x="49150" y="21339"/>
                    <a:pt x="42292" y="22990"/>
                    <a:pt x="35688" y="26292"/>
                  </a:cubicBezTo>
                  <a:lnTo>
                    <a:pt x="30989" y="16767"/>
                  </a:lnTo>
                  <a:lnTo>
                    <a:pt x="35688" y="26292"/>
                  </a:lnTo>
                  <a:cubicBezTo>
                    <a:pt x="29084" y="29594"/>
                    <a:pt x="23623" y="34039"/>
                    <a:pt x="19051" y="39754"/>
                  </a:cubicBezTo>
                  <a:cubicBezTo>
                    <a:pt x="15368" y="44326"/>
                    <a:pt x="8637" y="45215"/>
                    <a:pt x="4065" y="41532"/>
                  </a:cubicBezTo>
                  <a:cubicBezTo>
                    <a:pt x="-507" y="37849"/>
                    <a:pt x="-1396" y="31118"/>
                    <a:pt x="2287" y="26546"/>
                  </a:cubicBezTo>
                  <a:cubicBezTo>
                    <a:pt x="8764" y="18291"/>
                    <a:pt x="16765" y="11814"/>
                    <a:pt x="26163" y="7242"/>
                  </a:cubicBezTo>
                  <a:cubicBezTo>
                    <a:pt x="35561" y="2543"/>
                    <a:pt x="45594" y="130"/>
                    <a:pt x="56008" y="3"/>
                  </a:cubicBezTo>
                  <a:cubicBezTo>
                    <a:pt x="61850" y="-124"/>
                    <a:pt x="66803" y="4575"/>
                    <a:pt x="66930" y="10544"/>
                  </a:cubicBezTo>
                  <a:cubicBezTo>
                    <a:pt x="67057" y="16513"/>
                    <a:pt x="62358" y="21339"/>
                    <a:pt x="56389" y="2146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4292670" y="3081852"/>
              <a:ext cx="227191" cy="72251"/>
            </a:xfrm>
            <a:custGeom>
              <a:avLst/>
              <a:gdLst/>
              <a:ahLst/>
              <a:cxnLst/>
              <a:rect r="r" b="b" t="t" l="l"/>
              <a:pathLst>
                <a:path h="72251" w="227191">
                  <a:moveTo>
                    <a:pt x="8058" y="51238"/>
                  </a:moveTo>
                  <a:lnTo>
                    <a:pt x="213925" y="311"/>
                  </a:lnTo>
                  <a:cubicBezTo>
                    <a:pt x="219640" y="-1086"/>
                    <a:pt x="225482" y="2343"/>
                    <a:pt x="226879" y="8058"/>
                  </a:cubicBezTo>
                  <a:cubicBezTo>
                    <a:pt x="228276" y="13773"/>
                    <a:pt x="224847" y="19615"/>
                    <a:pt x="219132" y="21012"/>
                  </a:cubicBezTo>
                  <a:lnTo>
                    <a:pt x="13265" y="71939"/>
                  </a:lnTo>
                  <a:cubicBezTo>
                    <a:pt x="7550" y="73336"/>
                    <a:pt x="1708" y="69907"/>
                    <a:pt x="311" y="64192"/>
                  </a:cubicBezTo>
                  <a:cubicBezTo>
                    <a:pt x="-1086" y="58477"/>
                    <a:pt x="2343" y="52635"/>
                    <a:pt x="8058" y="5123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7762190" y="3145613"/>
              <a:ext cx="36873" cy="49877"/>
            </a:xfrm>
            <a:custGeom>
              <a:avLst/>
              <a:gdLst/>
              <a:ahLst/>
              <a:cxnLst/>
              <a:rect r="r" b="b" t="t" l="l"/>
              <a:pathLst>
                <a:path h="49877" w="36873">
                  <a:moveTo>
                    <a:pt x="18211" y="46278"/>
                  </a:moveTo>
                  <a:cubicBezTo>
                    <a:pt x="11099" y="38404"/>
                    <a:pt x="6781" y="31927"/>
                    <a:pt x="2844" y="22910"/>
                  </a:cubicBezTo>
                  <a:cubicBezTo>
                    <a:pt x="2590" y="22275"/>
                    <a:pt x="2336" y="21767"/>
                    <a:pt x="2209" y="21132"/>
                  </a:cubicBezTo>
                  <a:lnTo>
                    <a:pt x="304" y="13258"/>
                  </a:lnTo>
                  <a:cubicBezTo>
                    <a:pt x="-1093" y="7543"/>
                    <a:pt x="2463" y="1701"/>
                    <a:pt x="8178" y="304"/>
                  </a:cubicBezTo>
                  <a:cubicBezTo>
                    <a:pt x="13893" y="-1093"/>
                    <a:pt x="19735" y="2463"/>
                    <a:pt x="21132" y="8178"/>
                  </a:cubicBezTo>
                  <a:lnTo>
                    <a:pt x="23037" y="16052"/>
                  </a:lnTo>
                  <a:lnTo>
                    <a:pt x="12623" y="18592"/>
                  </a:lnTo>
                  <a:lnTo>
                    <a:pt x="22402" y="14274"/>
                  </a:lnTo>
                  <a:cubicBezTo>
                    <a:pt x="25450" y="21005"/>
                    <a:pt x="28371" y="25704"/>
                    <a:pt x="34086" y="31927"/>
                  </a:cubicBezTo>
                  <a:cubicBezTo>
                    <a:pt x="38023" y="36245"/>
                    <a:pt x="37769" y="42976"/>
                    <a:pt x="33451" y="47040"/>
                  </a:cubicBezTo>
                  <a:cubicBezTo>
                    <a:pt x="29133" y="51104"/>
                    <a:pt x="22402" y="50723"/>
                    <a:pt x="18338" y="46405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7855536" y="3091033"/>
              <a:ext cx="114731" cy="106735"/>
            </a:xfrm>
            <a:custGeom>
              <a:avLst/>
              <a:gdLst/>
              <a:ahLst/>
              <a:cxnLst/>
              <a:rect r="r" b="b" t="t" l="l"/>
              <a:pathLst>
                <a:path h="106735" w="114731">
                  <a:moveTo>
                    <a:pt x="2843" y="31262"/>
                  </a:moveTo>
                  <a:cubicBezTo>
                    <a:pt x="14400" y="18308"/>
                    <a:pt x="21639" y="11704"/>
                    <a:pt x="27227" y="8021"/>
                  </a:cubicBezTo>
                  <a:cubicBezTo>
                    <a:pt x="27608" y="7767"/>
                    <a:pt x="27989" y="7640"/>
                    <a:pt x="28243" y="7386"/>
                  </a:cubicBezTo>
                  <a:cubicBezTo>
                    <a:pt x="33958" y="4465"/>
                    <a:pt x="43102" y="1290"/>
                    <a:pt x="49199" y="274"/>
                  </a:cubicBezTo>
                  <a:cubicBezTo>
                    <a:pt x="49579" y="147"/>
                    <a:pt x="49961" y="147"/>
                    <a:pt x="50341" y="147"/>
                  </a:cubicBezTo>
                  <a:cubicBezTo>
                    <a:pt x="56311" y="-234"/>
                    <a:pt x="62787" y="147"/>
                    <a:pt x="68756" y="1036"/>
                  </a:cubicBezTo>
                  <a:cubicBezTo>
                    <a:pt x="69137" y="1036"/>
                    <a:pt x="69518" y="1163"/>
                    <a:pt x="69900" y="1290"/>
                  </a:cubicBezTo>
                  <a:cubicBezTo>
                    <a:pt x="75614" y="2814"/>
                    <a:pt x="80949" y="4973"/>
                    <a:pt x="86282" y="7767"/>
                  </a:cubicBezTo>
                  <a:cubicBezTo>
                    <a:pt x="86663" y="7894"/>
                    <a:pt x="86917" y="8148"/>
                    <a:pt x="87299" y="8402"/>
                  </a:cubicBezTo>
                  <a:cubicBezTo>
                    <a:pt x="92251" y="11704"/>
                    <a:pt x="97204" y="16022"/>
                    <a:pt x="102157" y="21356"/>
                  </a:cubicBezTo>
                  <a:cubicBezTo>
                    <a:pt x="102412" y="21737"/>
                    <a:pt x="102792" y="21991"/>
                    <a:pt x="103046" y="22372"/>
                  </a:cubicBezTo>
                  <a:cubicBezTo>
                    <a:pt x="106094" y="26817"/>
                    <a:pt x="109015" y="32024"/>
                    <a:pt x="111555" y="38628"/>
                  </a:cubicBezTo>
                  <a:cubicBezTo>
                    <a:pt x="111682" y="39009"/>
                    <a:pt x="111809" y="39390"/>
                    <a:pt x="111937" y="39771"/>
                  </a:cubicBezTo>
                  <a:cubicBezTo>
                    <a:pt x="113587" y="45867"/>
                    <a:pt x="114476" y="51963"/>
                    <a:pt x="114730" y="58059"/>
                  </a:cubicBezTo>
                  <a:cubicBezTo>
                    <a:pt x="114730" y="58313"/>
                    <a:pt x="114730" y="58694"/>
                    <a:pt x="114730" y="58948"/>
                  </a:cubicBezTo>
                  <a:cubicBezTo>
                    <a:pt x="114476" y="64790"/>
                    <a:pt x="113587" y="69870"/>
                    <a:pt x="111937" y="75966"/>
                  </a:cubicBezTo>
                  <a:cubicBezTo>
                    <a:pt x="111809" y="76347"/>
                    <a:pt x="111682" y="76728"/>
                    <a:pt x="111555" y="77109"/>
                  </a:cubicBezTo>
                  <a:cubicBezTo>
                    <a:pt x="109015" y="83332"/>
                    <a:pt x="106221" y="88539"/>
                    <a:pt x="102919" y="93238"/>
                  </a:cubicBezTo>
                  <a:cubicBezTo>
                    <a:pt x="102792" y="93365"/>
                    <a:pt x="102665" y="93492"/>
                    <a:pt x="102538" y="93746"/>
                  </a:cubicBezTo>
                  <a:cubicBezTo>
                    <a:pt x="99617" y="97429"/>
                    <a:pt x="96824" y="100604"/>
                    <a:pt x="94156" y="103398"/>
                  </a:cubicBezTo>
                  <a:cubicBezTo>
                    <a:pt x="90092" y="107716"/>
                    <a:pt x="83362" y="107843"/>
                    <a:pt x="79043" y="103779"/>
                  </a:cubicBezTo>
                  <a:cubicBezTo>
                    <a:pt x="74725" y="99715"/>
                    <a:pt x="74599" y="92984"/>
                    <a:pt x="78662" y="88666"/>
                  </a:cubicBezTo>
                  <a:cubicBezTo>
                    <a:pt x="80821" y="86380"/>
                    <a:pt x="83234" y="83586"/>
                    <a:pt x="85775" y="80411"/>
                  </a:cubicBezTo>
                  <a:lnTo>
                    <a:pt x="94156" y="87015"/>
                  </a:lnTo>
                  <a:lnTo>
                    <a:pt x="85393" y="80792"/>
                  </a:lnTo>
                  <a:cubicBezTo>
                    <a:pt x="87806" y="77490"/>
                    <a:pt x="89712" y="73807"/>
                    <a:pt x="91616" y="69108"/>
                  </a:cubicBezTo>
                  <a:lnTo>
                    <a:pt x="101522" y="73045"/>
                  </a:lnTo>
                  <a:lnTo>
                    <a:pt x="91236" y="70251"/>
                  </a:lnTo>
                  <a:cubicBezTo>
                    <a:pt x="92505" y="65552"/>
                    <a:pt x="93013" y="61869"/>
                    <a:pt x="93267" y="57678"/>
                  </a:cubicBezTo>
                  <a:lnTo>
                    <a:pt x="103936" y="58186"/>
                  </a:lnTo>
                  <a:lnTo>
                    <a:pt x="93267" y="58567"/>
                  </a:lnTo>
                  <a:cubicBezTo>
                    <a:pt x="93140" y="54249"/>
                    <a:pt x="92378" y="49677"/>
                    <a:pt x="91108" y="45105"/>
                  </a:cubicBezTo>
                  <a:lnTo>
                    <a:pt x="101395" y="42311"/>
                  </a:lnTo>
                  <a:lnTo>
                    <a:pt x="91489" y="46121"/>
                  </a:lnTo>
                  <a:cubicBezTo>
                    <a:pt x="89457" y="41041"/>
                    <a:pt x="87425" y="37231"/>
                    <a:pt x="85266" y="34310"/>
                  </a:cubicBezTo>
                  <a:lnTo>
                    <a:pt x="94029" y="28214"/>
                  </a:lnTo>
                  <a:lnTo>
                    <a:pt x="86155" y="35453"/>
                  </a:lnTo>
                  <a:cubicBezTo>
                    <a:pt x="82345" y="31262"/>
                    <a:pt x="78662" y="28214"/>
                    <a:pt x="75233" y="25801"/>
                  </a:cubicBezTo>
                  <a:lnTo>
                    <a:pt x="81202" y="16911"/>
                  </a:lnTo>
                  <a:lnTo>
                    <a:pt x="76250" y="26309"/>
                  </a:lnTo>
                  <a:cubicBezTo>
                    <a:pt x="72186" y="24150"/>
                    <a:pt x="68375" y="22626"/>
                    <a:pt x="64184" y="21483"/>
                  </a:cubicBezTo>
                  <a:lnTo>
                    <a:pt x="66978" y="11196"/>
                  </a:lnTo>
                  <a:lnTo>
                    <a:pt x="65327" y="21737"/>
                  </a:lnTo>
                  <a:cubicBezTo>
                    <a:pt x="60628" y="20975"/>
                    <a:pt x="55802" y="20721"/>
                    <a:pt x="51738" y="20975"/>
                  </a:cubicBezTo>
                  <a:lnTo>
                    <a:pt x="50976" y="10307"/>
                  </a:lnTo>
                  <a:lnTo>
                    <a:pt x="52881" y="20848"/>
                  </a:lnTo>
                  <a:cubicBezTo>
                    <a:pt x="48944" y="21610"/>
                    <a:pt x="41832" y="24023"/>
                    <a:pt x="37768" y="26055"/>
                  </a:cubicBezTo>
                  <a:lnTo>
                    <a:pt x="32942" y="16530"/>
                  </a:lnTo>
                  <a:lnTo>
                    <a:pt x="38912" y="25420"/>
                  </a:lnTo>
                  <a:cubicBezTo>
                    <a:pt x="35737" y="27579"/>
                    <a:pt x="29894" y="32405"/>
                    <a:pt x="18718" y="45105"/>
                  </a:cubicBezTo>
                  <a:cubicBezTo>
                    <a:pt x="14781" y="49550"/>
                    <a:pt x="8050" y="49931"/>
                    <a:pt x="3605" y="45994"/>
                  </a:cubicBezTo>
                  <a:cubicBezTo>
                    <a:pt x="-839" y="42057"/>
                    <a:pt x="-1221" y="35326"/>
                    <a:pt x="2716" y="30881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7761986" y="3090869"/>
              <a:ext cx="114978" cy="76152"/>
            </a:xfrm>
            <a:custGeom>
              <a:avLst/>
              <a:gdLst/>
              <a:ahLst/>
              <a:cxnLst/>
              <a:rect r="r" b="b" t="t" l="l"/>
              <a:pathLst>
                <a:path h="76152" w="114978">
                  <a:moveTo>
                    <a:pt x="127" y="65970"/>
                  </a:moveTo>
                  <a:cubicBezTo>
                    <a:pt x="-381" y="56826"/>
                    <a:pt x="635" y="46031"/>
                    <a:pt x="3175" y="37268"/>
                  </a:cubicBezTo>
                  <a:cubicBezTo>
                    <a:pt x="3302" y="36633"/>
                    <a:pt x="3556" y="36125"/>
                    <a:pt x="3810" y="35490"/>
                  </a:cubicBezTo>
                  <a:cubicBezTo>
                    <a:pt x="7874" y="27235"/>
                    <a:pt x="13081" y="19996"/>
                    <a:pt x="20701" y="12757"/>
                  </a:cubicBezTo>
                  <a:cubicBezTo>
                    <a:pt x="21209" y="12249"/>
                    <a:pt x="21717" y="11868"/>
                    <a:pt x="22352" y="11487"/>
                  </a:cubicBezTo>
                  <a:cubicBezTo>
                    <a:pt x="30861" y="6026"/>
                    <a:pt x="40132" y="2343"/>
                    <a:pt x="49911" y="311"/>
                  </a:cubicBezTo>
                  <a:cubicBezTo>
                    <a:pt x="50546" y="184"/>
                    <a:pt x="51054" y="57"/>
                    <a:pt x="51689" y="57"/>
                  </a:cubicBezTo>
                  <a:cubicBezTo>
                    <a:pt x="61087" y="-324"/>
                    <a:pt x="70485" y="1200"/>
                    <a:pt x="80518" y="4629"/>
                  </a:cubicBezTo>
                  <a:cubicBezTo>
                    <a:pt x="81153" y="4883"/>
                    <a:pt x="81661" y="5137"/>
                    <a:pt x="82296" y="5391"/>
                  </a:cubicBezTo>
                  <a:cubicBezTo>
                    <a:pt x="89789" y="9582"/>
                    <a:pt x="96393" y="14662"/>
                    <a:pt x="101092" y="19234"/>
                  </a:cubicBezTo>
                  <a:cubicBezTo>
                    <a:pt x="101219" y="19361"/>
                    <a:pt x="101346" y="19488"/>
                    <a:pt x="101473" y="19742"/>
                  </a:cubicBezTo>
                  <a:lnTo>
                    <a:pt x="112141" y="31299"/>
                  </a:lnTo>
                  <a:cubicBezTo>
                    <a:pt x="116205" y="35617"/>
                    <a:pt x="115824" y="42348"/>
                    <a:pt x="111506" y="46412"/>
                  </a:cubicBezTo>
                  <a:cubicBezTo>
                    <a:pt x="107188" y="50476"/>
                    <a:pt x="100457" y="50095"/>
                    <a:pt x="96393" y="45777"/>
                  </a:cubicBezTo>
                  <a:lnTo>
                    <a:pt x="85725" y="34220"/>
                  </a:lnTo>
                  <a:lnTo>
                    <a:pt x="93599" y="26981"/>
                  </a:lnTo>
                  <a:lnTo>
                    <a:pt x="86233" y="34728"/>
                  </a:lnTo>
                  <a:cubicBezTo>
                    <a:pt x="82677" y="31299"/>
                    <a:pt x="77597" y="27362"/>
                    <a:pt x="71882" y="24187"/>
                  </a:cubicBezTo>
                  <a:lnTo>
                    <a:pt x="77089" y="14916"/>
                  </a:lnTo>
                  <a:lnTo>
                    <a:pt x="73660" y="25076"/>
                  </a:lnTo>
                  <a:cubicBezTo>
                    <a:pt x="65786" y="22409"/>
                    <a:pt x="59055" y="21393"/>
                    <a:pt x="52451" y="21647"/>
                  </a:cubicBezTo>
                  <a:lnTo>
                    <a:pt x="52070" y="10979"/>
                  </a:lnTo>
                  <a:lnTo>
                    <a:pt x="54229" y="21393"/>
                  </a:lnTo>
                  <a:cubicBezTo>
                    <a:pt x="46990" y="22917"/>
                    <a:pt x="40132" y="25711"/>
                    <a:pt x="33909" y="29648"/>
                  </a:cubicBezTo>
                  <a:lnTo>
                    <a:pt x="28067" y="20631"/>
                  </a:lnTo>
                  <a:lnTo>
                    <a:pt x="35433" y="28378"/>
                  </a:lnTo>
                  <a:cubicBezTo>
                    <a:pt x="29591" y="33966"/>
                    <a:pt x="25908" y="39173"/>
                    <a:pt x="22987" y="45015"/>
                  </a:cubicBezTo>
                  <a:lnTo>
                    <a:pt x="13335" y="40316"/>
                  </a:lnTo>
                  <a:lnTo>
                    <a:pt x="23622" y="43237"/>
                  </a:lnTo>
                  <a:cubicBezTo>
                    <a:pt x="21844" y="49587"/>
                    <a:pt x="20955" y="57842"/>
                    <a:pt x="21336" y="64827"/>
                  </a:cubicBezTo>
                  <a:cubicBezTo>
                    <a:pt x="21717" y="70669"/>
                    <a:pt x="17145" y="75749"/>
                    <a:pt x="11303" y="76130"/>
                  </a:cubicBezTo>
                  <a:cubicBezTo>
                    <a:pt x="5461" y="76511"/>
                    <a:pt x="381" y="71939"/>
                    <a:pt x="0" y="66097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7755572" y="3395028"/>
              <a:ext cx="65673" cy="53354"/>
            </a:xfrm>
            <a:custGeom>
              <a:avLst/>
              <a:gdLst/>
              <a:ahLst/>
              <a:cxnLst/>
              <a:rect r="r" b="b" t="t" l="l"/>
              <a:pathLst>
                <a:path h="53354" w="65673">
                  <a:moveTo>
                    <a:pt x="45022" y="46799"/>
                  </a:moveTo>
                  <a:cubicBezTo>
                    <a:pt x="43243" y="42608"/>
                    <a:pt x="39941" y="37401"/>
                    <a:pt x="36131" y="33210"/>
                  </a:cubicBezTo>
                  <a:lnTo>
                    <a:pt x="44005" y="25971"/>
                  </a:lnTo>
                  <a:lnTo>
                    <a:pt x="37148" y="34099"/>
                  </a:lnTo>
                  <a:cubicBezTo>
                    <a:pt x="31433" y="29273"/>
                    <a:pt x="25590" y="25717"/>
                    <a:pt x="19622" y="23050"/>
                  </a:cubicBezTo>
                  <a:lnTo>
                    <a:pt x="23940" y="13271"/>
                  </a:lnTo>
                  <a:lnTo>
                    <a:pt x="21018" y="23558"/>
                  </a:lnTo>
                  <a:cubicBezTo>
                    <a:pt x="17209" y="22542"/>
                    <a:pt x="13399" y="21653"/>
                    <a:pt x="9462" y="21272"/>
                  </a:cubicBezTo>
                  <a:cubicBezTo>
                    <a:pt x="3620" y="20637"/>
                    <a:pt x="-572" y="15303"/>
                    <a:pt x="64" y="9461"/>
                  </a:cubicBezTo>
                  <a:cubicBezTo>
                    <a:pt x="699" y="3619"/>
                    <a:pt x="6033" y="-572"/>
                    <a:pt x="11875" y="63"/>
                  </a:cubicBezTo>
                  <a:cubicBezTo>
                    <a:pt x="16954" y="698"/>
                    <a:pt x="21908" y="1587"/>
                    <a:pt x="26861" y="2984"/>
                  </a:cubicBezTo>
                  <a:cubicBezTo>
                    <a:pt x="27368" y="3111"/>
                    <a:pt x="27750" y="3238"/>
                    <a:pt x="28258" y="3492"/>
                  </a:cubicBezTo>
                  <a:cubicBezTo>
                    <a:pt x="36259" y="7048"/>
                    <a:pt x="43752" y="11620"/>
                    <a:pt x="50990" y="17716"/>
                  </a:cubicBezTo>
                  <a:cubicBezTo>
                    <a:pt x="51372" y="17970"/>
                    <a:pt x="51626" y="18351"/>
                    <a:pt x="52006" y="18732"/>
                  </a:cubicBezTo>
                  <a:cubicBezTo>
                    <a:pt x="57340" y="24447"/>
                    <a:pt x="62040" y="31686"/>
                    <a:pt x="64834" y="38544"/>
                  </a:cubicBezTo>
                  <a:cubicBezTo>
                    <a:pt x="67120" y="44005"/>
                    <a:pt x="64579" y="50228"/>
                    <a:pt x="59118" y="52514"/>
                  </a:cubicBezTo>
                  <a:cubicBezTo>
                    <a:pt x="53658" y="54800"/>
                    <a:pt x="47435" y="52260"/>
                    <a:pt x="45149" y="46799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7643879" y="3394837"/>
              <a:ext cx="86995" cy="72656"/>
            </a:xfrm>
            <a:custGeom>
              <a:avLst/>
              <a:gdLst/>
              <a:ahLst/>
              <a:cxnLst/>
              <a:rect r="r" b="b" t="t" l="l"/>
              <a:pathLst>
                <a:path h="72656" w="86995">
                  <a:moveTo>
                    <a:pt x="76451" y="21463"/>
                  </a:moveTo>
                  <a:cubicBezTo>
                    <a:pt x="60576" y="21590"/>
                    <a:pt x="53845" y="22860"/>
                    <a:pt x="50416" y="24003"/>
                  </a:cubicBezTo>
                  <a:lnTo>
                    <a:pt x="47114" y="13843"/>
                  </a:lnTo>
                  <a:lnTo>
                    <a:pt x="51433" y="23622"/>
                  </a:lnTo>
                  <a:cubicBezTo>
                    <a:pt x="46479" y="25781"/>
                    <a:pt x="42415" y="28321"/>
                    <a:pt x="38351" y="31115"/>
                  </a:cubicBezTo>
                  <a:lnTo>
                    <a:pt x="32128" y="22479"/>
                  </a:lnTo>
                  <a:lnTo>
                    <a:pt x="39495" y="30099"/>
                  </a:lnTo>
                  <a:cubicBezTo>
                    <a:pt x="32890" y="36576"/>
                    <a:pt x="30477" y="39751"/>
                    <a:pt x="29334" y="41783"/>
                  </a:cubicBezTo>
                  <a:lnTo>
                    <a:pt x="20190" y="36195"/>
                  </a:lnTo>
                  <a:lnTo>
                    <a:pt x="29970" y="40513"/>
                  </a:lnTo>
                  <a:cubicBezTo>
                    <a:pt x="28699" y="43434"/>
                    <a:pt x="25651" y="51562"/>
                    <a:pt x="20698" y="65532"/>
                  </a:cubicBezTo>
                  <a:cubicBezTo>
                    <a:pt x="18666" y="71120"/>
                    <a:pt x="12570" y="74041"/>
                    <a:pt x="7109" y="72009"/>
                  </a:cubicBezTo>
                  <a:cubicBezTo>
                    <a:pt x="1648" y="69977"/>
                    <a:pt x="-1400" y="63881"/>
                    <a:pt x="633" y="58420"/>
                  </a:cubicBezTo>
                  <a:cubicBezTo>
                    <a:pt x="5458" y="44704"/>
                    <a:pt x="8887" y="35687"/>
                    <a:pt x="10538" y="31877"/>
                  </a:cubicBezTo>
                  <a:cubicBezTo>
                    <a:pt x="10665" y="31496"/>
                    <a:pt x="10920" y="31115"/>
                    <a:pt x="11173" y="30607"/>
                  </a:cubicBezTo>
                  <a:cubicBezTo>
                    <a:pt x="13713" y="26416"/>
                    <a:pt x="17396" y="21717"/>
                    <a:pt x="24762" y="14605"/>
                  </a:cubicBezTo>
                  <a:cubicBezTo>
                    <a:pt x="25144" y="14224"/>
                    <a:pt x="25524" y="13970"/>
                    <a:pt x="25906" y="13589"/>
                  </a:cubicBezTo>
                  <a:cubicBezTo>
                    <a:pt x="30985" y="9906"/>
                    <a:pt x="36320" y="6731"/>
                    <a:pt x="42670" y="3937"/>
                  </a:cubicBezTo>
                  <a:cubicBezTo>
                    <a:pt x="43050" y="3810"/>
                    <a:pt x="43432" y="3683"/>
                    <a:pt x="43812" y="3556"/>
                  </a:cubicBezTo>
                  <a:cubicBezTo>
                    <a:pt x="50289" y="1397"/>
                    <a:pt x="59560" y="127"/>
                    <a:pt x="76197" y="0"/>
                  </a:cubicBezTo>
                  <a:cubicBezTo>
                    <a:pt x="82039" y="0"/>
                    <a:pt x="86865" y="4699"/>
                    <a:pt x="86993" y="10668"/>
                  </a:cubicBezTo>
                  <a:cubicBezTo>
                    <a:pt x="87120" y="16637"/>
                    <a:pt x="82294" y="21336"/>
                    <a:pt x="76324" y="2146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7879959" y="3394962"/>
              <a:ext cx="97292" cy="88658"/>
            </a:xfrm>
            <a:custGeom>
              <a:avLst/>
              <a:gdLst/>
              <a:ahLst/>
              <a:cxnLst/>
              <a:rect r="r" b="b" t="t" l="l"/>
              <a:pathLst>
                <a:path h="88658" w="97292">
                  <a:moveTo>
                    <a:pt x="264" y="77726"/>
                  </a:moveTo>
                  <a:cubicBezTo>
                    <a:pt x="518" y="69979"/>
                    <a:pt x="1661" y="62232"/>
                    <a:pt x="3693" y="54104"/>
                  </a:cubicBezTo>
                  <a:cubicBezTo>
                    <a:pt x="3820" y="53723"/>
                    <a:pt x="3947" y="53342"/>
                    <a:pt x="4074" y="52961"/>
                  </a:cubicBezTo>
                  <a:cubicBezTo>
                    <a:pt x="6360" y="46738"/>
                    <a:pt x="9916" y="39753"/>
                    <a:pt x="13599" y="34038"/>
                  </a:cubicBezTo>
                  <a:cubicBezTo>
                    <a:pt x="13853" y="33784"/>
                    <a:pt x="13980" y="33403"/>
                    <a:pt x="14234" y="33149"/>
                  </a:cubicBezTo>
                  <a:cubicBezTo>
                    <a:pt x="18933" y="27434"/>
                    <a:pt x="24140" y="22354"/>
                    <a:pt x="29982" y="17782"/>
                  </a:cubicBezTo>
                  <a:cubicBezTo>
                    <a:pt x="30236" y="17528"/>
                    <a:pt x="30490" y="17401"/>
                    <a:pt x="30871" y="17147"/>
                  </a:cubicBezTo>
                  <a:cubicBezTo>
                    <a:pt x="38745" y="12067"/>
                    <a:pt x="47127" y="7876"/>
                    <a:pt x="56017" y="4320"/>
                  </a:cubicBezTo>
                  <a:cubicBezTo>
                    <a:pt x="56271" y="4193"/>
                    <a:pt x="56652" y="4066"/>
                    <a:pt x="56906" y="3939"/>
                  </a:cubicBezTo>
                  <a:cubicBezTo>
                    <a:pt x="63256" y="2034"/>
                    <a:pt x="73416" y="256"/>
                    <a:pt x="86497" y="2"/>
                  </a:cubicBezTo>
                  <a:cubicBezTo>
                    <a:pt x="92339" y="-125"/>
                    <a:pt x="97292" y="4701"/>
                    <a:pt x="97292" y="10543"/>
                  </a:cubicBezTo>
                  <a:cubicBezTo>
                    <a:pt x="97292" y="16385"/>
                    <a:pt x="92593" y="21338"/>
                    <a:pt x="86751" y="21338"/>
                  </a:cubicBezTo>
                  <a:cubicBezTo>
                    <a:pt x="75575" y="21465"/>
                    <a:pt x="67193" y="23116"/>
                    <a:pt x="62875" y="24386"/>
                  </a:cubicBezTo>
                  <a:lnTo>
                    <a:pt x="59827" y="14099"/>
                  </a:lnTo>
                  <a:lnTo>
                    <a:pt x="63764" y="24005"/>
                  </a:lnTo>
                  <a:cubicBezTo>
                    <a:pt x="56017" y="27053"/>
                    <a:pt x="48905" y="30609"/>
                    <a:pt x="42301" y="34927"/>
                  </a:cubicBezTo>
                  <a:lnTo>
                    <a:pt x="36459" y="25910"/>
                  </a:lnTo>
                  <a:lnTo>
                    <a:pt x="43063" y="34292"/>
                  </a:lnTo>
                  <a:cubicBezTo>
                    <a:pt x="38237" y="38102"/>
                    <a:pt x="34173" y="42039"/>
                    <a:pt x="30490" y="46611"/>
                  </a:cubicBezTo>
                  <a:lnTo>
                    <a:pt x="22235" y="39880"/>
                  </a:lnTo>
                  <a:lnTo>
                    <a:pt x="31125" y="45722"/>
                  </a:lnTo>
                  <a:cubicBezTo>
                    <a:pt x="28331" y="50040"/>
                    <a:pt x="25537" y="55501"/>
                    <a:pt x="23759" y="60327"/>
                  </a:cubicBezTo>
                  <a:lnTo>
                    <a:pt x="13726" y="56644"/>
                  </a:lnTo>
                  <a:lnTo>
                    <a:pt x="24140" y="59311"/>
                  </a:lnTo>
                  <a:cubicBezTo>
                    <a:pt x="22489" y="66042"/>
                    <a:pt x="21600" y="72265"/>
                    <a:pt x="21346" y="78361"/>
                  </a:cubicBezTo>
                  <a:cubicBezTo>
                    <a:pt x="21219" y="84203"/>
                    <a:pt x="16266" y="88902"/>
                    <a:pt x="10297" y="88648"/>
                  </a:cubicBezTo>
                  <a:cubicBezTo>
                    <a:pt x="4328" y="88394"/>
                    <a:pt x="-244" y="83568"/>
                    <a:pt x="10" y="77599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8013825" y="3394964"/>
              <a:ext cx="95380" cy="102618"/>
            </a:xfrm>
            <a:custGeom>
              <a:avLst/>
              <a:gdLst/>
              <a:ahLst/>
              <a:cxnLst/>
              <a:rect r="r" b="b" t="t" l="l"/>
              <a:pathLst>
                <a:path h="102618" w="95380">
                  <a:moveTo>
                    <a:pt x="10924" y="0"/>
                  </a:moveTo>
                  <a:cubicBezTo>
                    <a:pt x="21719" y="254"/>
                    <a:pt x="30609" y="1524"/>
                    <a:pt x="36197" y="2921"/>
                  </a:cubicBezTo>
                  <a:cubicBezTo>
                    <a:pt x="36578" y="3048"/>
                    <a:pt x="36959" y="3175"/>
                    <a:pt x="37340" y="3302"/>
                  </a:cubicBezTo>
                  <a:cubicBezTo>
                    <a:pt x="44960" y="5969"/>
                    <a:pt x="54866" y="10668"/>
                    <a:pt x="62359" y="15113"/>
                  </a:cubicBezTo>
                  <a:cubicBezTo>
                    <a:pt x="62740" y="15367"/>
                    <a:pt x="62994" y="15494"/>
                    <a:pt x="63375" y="15748"/>
                  </a:cubicBezTo>
                  <a:cubicBezTo>
                    <a:pt x="70233" y="20828"/>
                    <a:pt x="76964" y="27305"/>
                    <a:pt x="82298" y="33909"/>
                  </a:cubicBezTo>
                  <a:cubicBezTo>
                    <a:pt x="82552" y="34163"/>
                    <a:pt x="82806" y="34544"/>
                    <a:pt x="82933" y="34798"/>
                  </a:cubicBezTo>
                  <a:cubicBezTo>
                    <a:pt x="86616" y="40513"/>
                    <a:pt x="89791" y="46863"/>
                    <a:pt x="92712" y="55372"/>
                  </a:cubicBezTo>
                  <a:cubicBezTo>
                    <a:pt x="92839" y="55753"/>
                    <a:pt x="92966" y="56134"/>
                    <a:pt x="93093" y="56515"/>
                  </a:cubicBezTo>
                  <a:cubicBezTo>
                    <a:pt x="94363" y="62357"/>
                    <a:pt x="95125" y="69342"/>
                    <a:pt x="95379" y="91821"/>
                  </a:cubicBezTo>
                  <a:cubicBezTo>
                    <a:pt x="95379" y="97663"/>
                    <a:pt x="90680" y="102489"/>
                    <a:pt x="84711" y="102616"/>
                  </a:cubicBezTo>
                  <a:cubicBezTo>
                    <a:pt x="78742" y="102743"/>
                    <a:pt x="74043" y="97917"/>
                    <a:pt x="73916" y="91948"/>
                  </a:cubicBezTo>
                  <a:cubicBezTo>
                    <a:pt x="73789" y="69596"/>
                    <a:pt x="72900" y="64643"/>
                    <a:pt x="72265" y="61214"/>
                  </a:cubicBezTo>
                  <a:lnTo>
                    <a:pt x="82679" y="58928"/>
                  </a:lnTo>
                  <a:lnTo>
                    <a:pt x="72646" y="62357"/>
                  </a:lnTo>
                  <a:cubicBezTo>
                    <a:pt x="70233" y="55372"/>
                    <a:pt x="67820" y="50546"/>
                    <a:pt x="65026" y="46355"/>
                  </a:cubicBezTo>
                  <a:lnTo>
                    <a:pt x="74043" y="40640"/>
                  </a:lnTo>
                  <a:lnTo>
                    <a:pt x="65788" y="47371"/>
                  </a:lnTo>
                  <a:cubicBezTo>
                    <a:pt x="61597" y="42164"/>
                    <a:pt x="56136" y="36957"/>
                    <a:pt x="50675" y="32893"/>
                  </a:cubicBezTo>
                  <a:lnTo>
                    <a:pt x="57025" y="24384"/>
                  </a:lnTo>
                  <a:lnTo>
                    <a:pt x="51564" y="33655"/>
                  </a:lnTo>
                  <a:cubicBezTo>
                    <a:pt x="45087" y="29845"/>
                    <a:pt x="36451" y="25781"/>
                    <a:pt x="30101" y="23495"/>
                  </a:cubicBezTo>
                  <a:lnTo>
                    <a:pt x="33657" y="13462"/>
                  </a:lnTo>
                  <a:lnTo>
                    <a:pt x="31244" y="23876"/>
                  </a:lnTo>
                  <a:cubicBezTo>
                    <a:pt x="27180" y="22860"/>
                    <a:pt x="19687" y="21717"/>
                    <a:pt x="10416" y="21590"/>
                  </a:cubicBezTo>
                  <a:cubicBezTo>
                    <a:pt x="4574" y="21463"/>
                    <a:pt x="-125" y="16637"/>
                    <a:pt x="2" y="10668"/>
                  </a:cubicBezTo>
                  <a:cubicBezTo>
                    <a:pt x="129" y="4699"/>
                    <a:pt x="4955" y="127"/>
                    <a:pt x="10924" y="254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7668006" y="3249168"/>
              <a:ext cx="137160" cy="137033"/>
            </a:xfrm>
            <a:custGeom>
              <a:avLst/>
              <a:gdLst/>
              <a:ahLst/>
              <a:cxnLst/>
              <a:rect r="r" b="b" t="t" l="l"/>
              <a:pathLst>
                <a:path h="137033" w="137160">
                  <a:moveTo>
                    <a:pt x="137160" y="68580"/>
                  </a:moveTo>
                  <a:cubicBezTo>
                    <a:pt x="137160" y="73025"/>
                    <a:pt x="136779" y="77597"/>
                    <a:pt x="135891" y="81915"/>
                  </a:cubicBezTo>
                  <a:cubicBezTo>
                    <a:pt x="135001" y="86360"/>
                    <a:pt x="133731" y="90551"/>
                    <a:pt x="131954" y="94742"/>
                  </a:cubicBezTo>
                  <a:lnTo>
                    <a:pt x="122047" y="90678"/>
                  </a:lnTo>
                  <a:lnTo>
                    <a:pt x="131954" y="94742"/>
                  </a:lnTo>
                  <a:cubicBezTo>
                    <a:pt x="130175" y="98933"/>
                    <a:pt x="128143" y="102870"/>
                    <a:pt x="125604" y="106553"/>
                  </a:cubicBezTo>
                  <a:cubicBezTo>
                    <a:pt x="123063" y="110363"/>
                    <a:pt x="120269" y="113792"/>
                    <a:pt x="117094" y="116967"/>
                  </a:cubicBezTo>
                  <a:cubicBezTo>
                    <a:pt x="113919" y="120142"/>
                    <a:pt x="110491" y="122936"/>
                    <a:pt x="106680" y="125476"/>
                  </a:cubicBezTo>
                  <a:lnTo>
                    <a:pt x="100711" y="116586"/>
                  </a:lnTo>
                  <a:lnTo>
                    <a:pt x="106680" y="125476"/>
                  </a:lnTo>
                  <a:cubicBezTo>
                    <a:pt x="102870" y="128016"/>
                    <a:pt x="98933" y="130175"/>
                    <a:pt x="94742" y="131826"/>
                  </a:cubicBezTo>
                  <a:lnTo>
                    <a:pt x="90679" y="121920"/>
                  </a:lnTo>
                  <a:lnTo>
                    <a:pt x="94742" y="131826"/>
                  </a:lnTo>
                  <a:cubicBezTo>
                    <a:pt x="90551" y="133604"/>
                    <a:pt x="86233" y="134874"/>
                    <a:pt x="81916" y="135763"/>
                  </a:cubicBezTo>
                  <a:cubicBezTo>
                    <a:pt x="77470" y="136652"/>
                    <a:pt x="73025" y="137033"/>
                    <a:pt x="68580" y="137033"/>
                  </a:cubicBezTo>
                  <a:lnTo>
                    <a:pt x="68580" y="126365"/>
                  </a:lnTo>
                  <a:lnTo>
                    <a:pt x="68580" y="137033"/>
                  </a:lnTo>
                  <a:cubicBezTo>
                    <a:pt x="64135" y="137033"/>
                    <a:pt x="59563" y="136652"/>
                    <a:pt x="55245" y="135763"/>
                  </a:cubicBezTo>
                  <a:cubicBezTo>
                    <a:pt x="50800" y="134874"/>
                    <a:pt x="46609" y="133604"/>
                    <a:pt x="42418" y="131826"/>
                  </a:cubicBezTo>
                  <a:lnTo>
                    <a:pt x="46482" y="121920"/>
                  </a:lnTo>
                  <a:lnTo>
                    <a:pt x="42418" y="131826"/>
                  </a:lnTo>
                  <a:cubicBezTo>
                    <a:pt x="38227" y="130175"/>
                    <a:pt x="34291" y="128016"/>
                    <a:pt x="30480" y="125476"/>
                  </a:cubicBezTo>
                  <a:lnTo>
                    <a:pt x="36449" y="116586"/>
                  </a:lnTo>
                  <a:lnTo>
                    <a:pt x="30480" y="125476"/>
                  </a:lnTo>
                  <a:cubicBezTo>
                    <a:pt x="26670" y="122936"/>
                    <a:pt x="23242" y="120142"/>
                    <a:pt x="20067" y="116967"/>
                  </a:cubicBezTo>
                  <a:cubicBezTo>
                    <a:pt x="16892" y="113792"/>
                    <a:pt x="14097" y="110363"/>
                    <a:pt x="11557" y="106553"/>
                  </a:cubicBezTo>
                  <a:lnTo>
                    <a:pt x="20447" y="100584"/>
                  </a:lnTo>
                  <a:lnTo>
                    <a:pt x="11557" y="106553"/>
                  </a:lnTo>
                  <a:cubicBezTo>
                    <a:pt x="9017" y="102743"/>
                    <a:pt x="6985" y="98806"/>
                    <a:pt x="5207" y="94742"/>
                  </a:cubicBezTo>
                  <a:lnTo>
                    <a:pt x="15113" y="90678"/>
                  </a:lnTo>
                  <a:lnTo>
                    <a:pt x="5207" y="94742"/>
                  </a:lnTo>
                  <a:cubicBezTo>
                    <a:pt x="3429" y="90551"/>
                    <a:pt x="2159" y="86233"/>
                    <a:pt x="1270" y="81915"/>
                  </a:cubicBezTo>
                  <a:cubicBezTo>
                    <a:pt x="381" y="77470"/>
                    <a:pt x="0" y="73025"/>
                    <a:pt x="0" y="68580"/>
                  </a:cubicBezTo>
                  <a:lnTo>
                    <a:pt x="10668" y="68580"/>
                  </a:lnTo>
                  <a:lnTo>
                    <a:pt x="0" y="68580"/>
                  </a:lnTo>
                  <a:cubicBezTo>
                    <a:pt x="0" y="64135"/>
                    <a:pt x="381" y="59690"/>
                    <a:pt x="1270" y="55245"/>
                  </a:cubicBezTo>
                  <a:cubicBezTo>
                    <a:pt x="2159" y="50927"/>
                    <a:pt x="3429" y="46609"/>
                    <a:pt x="5207" y="42418"/>
                  </a:cubicBezTo>
                  <a:lnTo>
                    <a:pt x="15113" y="46482"/>
                  </a:lnTo>
                  <a:lnTo>
                    <a:pt x="5207" y="42418"/>
                  </a:lnTo>
                  <a:cubicBezTo>
                    <a:pt x="6985" y="38227"/>
                    <a:pt x="9017" y="34290"/>
                    <a:pt x="11557" y="30480"/>
                  </a:cubicBezTo>
                  <a:lnTo>
                    <a:pt x="20447" y="36449"/>
                  </a:lnTo>
                  <a:lnTo>
                    <a:pt x="11557" y="30480"/>
                  </a:lnTo>
                  <a:cubicBezTo>
                    <a:pt x="14097" y="26670"/>
                    <a:pt x="16892" y="23241"/>
                    <a:pt x="20067" y="20066"/>
                  </a:cubicBezTo>
                  <a:cubicBezTo>
                    <a:pt x="23242" y="16891"/>
                    <a:pt x="26670" y="14097"/>
                    <a:pt x="30480" y="11557"/>
                  </a:cubicBezTo>
                  <a:lnTo>
                    <a:pt x="36449" y="20447"/>
                  </a:lnTo>
                  <a:lnTo>
                    <a:pt x="30480" y="11557"/>
                  </a:lnTo>
                  <a:cubicBezTo>
                    <a:pt x="34163" y="9017"/>
                    <a:pt x="38227" y="6985"/>
                    <a:pt x="42292" y="5207"/>
                  </a:cubicBezTo>
                  <a:lnTo>
                    <a:pt x="46355" y="15113"/>
                  </a:lnTo>
                  <a:lnTo>
                    <a:pt x="42292" y="5207"/>
                  </a:lnTo>
                  <a:cubicBezTo>
                    <a:pt x="46482" y="3429"/>
                    <a:pt x="50800" y="2159"/>
                    <a:pt x="55118" y="1270"/>
                  </a:cubicBezTo>
                  <a:lnTo>
                    <a:pt x="57150" y="11684"/>
                  </a:lnTo>
                  <a:lnTo>
                    <a:pt x="54992" y="1270"/>
                  </a:lnTo>
                  <a:cubicBezTo>
                    <a:pt x="59436" y="381"/>
                    <a:pt x="63881" y="0"/>
                    <a:pt x="68326" y="0"/>
                  </a:cubicBezTo>
                  <a:lnTo>
                    <a:pt x="68326" y="10668"/>
                  </a:lnTo>
                  <a:lnTo>
                    <a:pt x="68326" y="0"/>
                  </a:lnTo>
                  <a:cubicBezTo>
                    <a:pt x="72771" y="0"/>
                    <a:pt x="77343" y="381"/>
                    <a:pt x="81661" y="1270"/>
                  </a:cubicBezTo>
                  <a:lnTo>
                    <a:pt x="79502" y="11684"/>
                  </a:lnTo>
                  <a:lnTo>
                    <a:pt x="81534" y="1270"/>
                  </a:lnTo>
                  <a:cubicBezTo>
                    <a:pt x="85979" y="2159"/>
                    <a:pt x="90297" y="3429"/>
                    <a:pt x="94361" y="5207"/>
                  </a:cubicBezTo>
                  <a:lnTo>
                    <a:pt x="90297" y="15113"/>
                  </a:lnTo>
                  <a:lnTo>
                    <a:pt x="94361" y="5207"/>
                  </a:lnTo>
                  <a:cubicBezTo>
                    <a:pt x="98552" y="6985"/>
                    <a:pt x="102489" y="9017"/>
                    <a:pt x="106172" y="11557"/>
                  </a:cubicBezTo>
                  <a:lnTo>
                    <a:pt x="100204" y="20447"/>
                  </a:lnTo>
                  <a:lnTo>
                    <a:pt x="106172" y="11557"/>
                  </a:lnTo>
                  <a:cubicBezTo>
                    <a:pt x="109982" y="14097"/>
                    <a:pt x="113411" y="16891"/>
                    <a:pt x="116586" y="20066"/>
                  </a:cubicBezTo>
                  <a:cubicBezTo>
                    <a:pt x="119761" y="23241"/>
                    <a:pt x="122555" y="26670"/>
                    <a:pt x="125095" y="30480"/>
                  </a:cubicBezTo>
                  <a:lnTo>
                    <a:pt x="116205" y="36449"/>
                  </a:lnTo>
                  <a:lnTo>
                    <a:pt x="125095" y="30480"/>
                  </a:lnTo>
                  <a:cubicBezTo>
                    <a:pt x="127635" y="34163"/>
                    <a:pt x="129667" y="38100"/>
                    <a:pt x="131445" y="42291"/>
                  </a:cubicBezTo>
                  <a:lnTo>
                    <a:pt x="121539" y="46355"/>
                  </a:lnTo>
                  <a:lnTo>
                    <a:pt x="131445" y="42291"/>
                  </a:lnTo>
                  <a:cubicBezTo>
                    <a:pt x="133223" y="46482"/>
                    <a:pt x="134493" y="50800"/>
                    <a:pt x="135382" y="55118"/>
                  </a:cubicBezTo>
                  <a:cubicBezTo>
                    <a:pt x="136271" y="59563"/>
                    <a:pt x="136652" y="64008"/>
                    <a:pt x="136652" y="68453"/>
                  </a:cubicBezTo>
                  <a:lnTo>
                    <a:pt x="125984" y="68453"/>
                  </a:lnTo>
                  <a:lnTo>
                    <a:pt x="136652" y="68453"/>
                  </a:lnTo>
                  <a:moveTo>
                    <a:pt x="115317" y="68453"/>
                  </a:moveTo>
                  <a:cubicBezTo>
                    <a:pt x="115317" y="65405"/>
                    <a:pt x="115062" y="62230"/>
                    <a:pt x="114427" y="59182"/>
                  </a:cubicBezTo>
                  <a:lnTo>
                    <a:pt x="124842" y="57150"/>
                  </a:lnTo>
                  <a:lnTo>
                    <a:pt x="114427" y="59309"/>
                  </a:lnTo>
                  <a:cubicBezTo>
                    <a:pt x="113792" y="56261"/>
                    <a:pt x="112904" y="53340"/>
                    <a:pt x="111760" y="50419"/>
                  </a:cubicBezTo>
                  <a:cubicBezTo>
                    <a:pt x="110617" y="47625"/>
                    <a:pt x="109093" y="44831"/>
                    <a:pt x="107442" y="42291"/>
                  </a:cubicBezTo>
                  <a:cubicBezTo>
                    <a:pt x="105792" y="39751"/>
                    <a:pt x="103759" y="37338"/>
                    <a:pt x="101600" y="35179"/>
                  </a:cubicBezTo>
                  <a:lnTo>
                    <a:pt x="109220" y="27686"/>
                  </a:lnTo>
                  <a:lnTo>
                    <a:pt x="101727" y="35306"/>
                  </a:lnTo>
                  <a:cubicBezTo>
                    <a:pt x="99568" y="33147"/>
                    <a:pt x="97155" y="31115"/>
                    <a:pt x="94616" y="29464"/>
                  </a:cubicBezTo>
                  <a:cubicBezTo>
                    <a:pt x="92075" y="27686"/>
                    <a:pt x="89281" y="26289"/>
                    <a:pt x="86487" y="25146"/>
                  </a:cubicBezTo>
                  <a:cubicBezTo>
                    <a:pt x="83693" y="24003"/>
                    <a:pt x="80645" y="23114"/>
                    <a:pt x="77597" y="22479"/>
                  </a:cubicBezTo>
                  <a:cubicBezTo>
                    <a:pt x="74549" y="21844"/>
                    <a:pt x="71501" y="21590"/>
                    <a:pt x="68454" y="21590"/>
                  </a:cubicBezTo>
                  <a:cubicBezTo>
                    <a:pt x="65405" y="21590"/>
                    <a:pt x="62230" y="21844"/>
                    <a:pt x="59309" y="22479"/>
                  </a:cubicBezTo>
                  <a:cubicBezTo>
                    <a:pt x="56261" y="23114"/>
                    <a:pt x="53341" y="24003"/>
                    <a:pt x="50419" y="25146"/>
                  </a:cubicBezTo>
                  <a:cubicBezTo>
                    <a:pt x="47625" y="26289"/>
                    <a:pt x="44831" y="27813"/>
                    <a:pt x="42292" y="29464"/>
                  </a:cubicBezTo>
                  <a:cubicBezTo>
                    <a:pt x="39751" y="31115"/>
                    <a:pt x="37338" y="33147"/>
                    <a:pt x="35179" y="35306"/>
                  </a:cubicBezTo>
                  <a:lnTo>
                    <a:pt x="27686" y="27686"/>
                  </a:lnTo>
                  <a:lnTo>
                    <a:pt x="35306" y="35179"/>
                  </a:lnTo>
                  <a:cubicBezTo>
                    <a:pt x="33147" y="37338"/>
                    <a:pt x="31116" y="39751"/>
                    <a:pt x="29464" y="42291"/>
                  </a:cubicBezTo>
                  <a:cubicBezTo>
                    <a:pt x="27686" y="44831"/>
                    <a:pt x="26289" y="47498"/>
                    <a:pt x="25146" y="50419"/>
                  </a:cubicBezTo>
                  <a:cubicBezTo>
                    <a:pt x="24004" y="53213"/>
                    <a:pt x="23114" y="56261"/>
                    <a:pt x="22479" y="59309"/>
                  </a:cubicBezTo>
                  <a:lnTo>
                    <a:pt x="12066" y="57150"/>
                  </a:lnTo>
                  <a:lnTo>
                    <a:pt x="22606" y="59182"/>
                  </a:lnTo>
                  <a:cubicBezTo>
                    <a:pt x="21971" y="62230"/>
                    <a:pt x="21717" y="65278"/>
                    <a:pt x="21717" y="68453"/>
                  </a:cubicBezTo>
                  <a:cubicBezTo>
                    <a:pt x="21717" y="71628"/>
                    <a:pt x="21971" y="74676"/>
                    <a:pt x="22606" y="77724"/>
                  </a:cubicBezTo>
                  <a:lnTo>
                    <a:pt x="12192" y="79756"/>
                  </a:lnTo>
                  <a:lnTo>
                    <a:pt x="22606" y="77597"/>
                  </a:lnTo>
                  <a:cubicBezTo>
                    <a:pt x="23242" y="80645"/>
                    <a:pt x="24130" y="83566"/>
                    <a:pt x="25273" y="86487"/>
                  </a:cubicBezTo>
                  <a:cubicBezTo>
                    <a:pt x="26417" y="89281"/>
                    <a:pt x="27941" y="92075"/>
                    <a:pt x="29592" y="94615"/>
                  </a:cubicBezTo>
                  <a:cubicBezTo>
                    <a:pt x="31242" y="97155"/>
                    <a:pt x="33274" y="99568"/>
                    <a:pt x="35433" y="101727"/>
                  </a:cubicBezTo>
                  <a:lnTo>
                    <a:pt x="27813" y="109220"/>
                  </a:lnTo>
                  <a:lnTo>
                    <a:pt x="35306" y="101600"/>
                  </a:lnTo>
                  <a:cubicBezTo>
                    <a:pt x="37466" y="103759"/>
                    <a:pt x="39879" y="105791"/>
                    <a:pt x="42418" y="107442"/>
                  </a:cubicBezTo>
                  <a:cubicBezTo>
                    <a:pt x="44958" y="109093"/>
                    <a:pt x="47625" y="110617"/>
                    <a:pt x="50546" y="111760"/>
                  </a:cubicBezTo>
                  <a:cubicBezTo>
                    <a:pt x="53467" y="112903"/>
                    <a:pt x="56388" y="113792"/>
                    <a:pt x="59436" y="114427"/>
                  </a:cubicBezTo>
                  <a:lnTo>
                    <a:pt x="57277" y="124841"/>
                  </a:lnTo>
                  <a:lnTo>
                    <a:pt x="59309" y="114427"/>
                  </a:lnTo>
                  <a:cubicBezTo>
                    <a:pt x="62357" y="115062"/>
                    <a:pt x="65405" y="115316"/>
                    <a:pt x="68580" y="115316"/>
                  </a:cubicBezTo>
                  <a:cubicBezTo>
                    <a:pt x="71755" y="115316"/>
                    <a:pt x="74804" y="115062"/>
                    <a:pt x="77851" y="114427"/>
                  </a:cubicBezTo>
                  <a:lnTo>
                    <a:pt x="79883" y="124968"/>
                  </a:lnTo>
                  <a:lnTo>
                    <a:pt x="77724" y="114554"/>
                  </a:lnTo>
                  <a:cubicBezTo>
                    <a:pt x="80772" y="113919"/>
                    <a:pt x="83693" y="113030"/>
                    <a:pt x="86614" y="111887"/>
                  </a:cubicBezTo>
                  <a:cubicBezTo>
                    <a:pt x="89535" y="110744"/>
                    <a:pt x="92202" y="109220"/>
                    <a:pt x="94742" y="107569"/>
                  </a:cubicBezTo>
                  <a:cubicBezTo>
                    <a:pt x="97282" y="105918"/>
                    <a:pt x="99695" y="103886"/>
                    <a:pt x="101854" y="101727"/>
                  </a:cubicBezTo>
                  <a:lnTo>
                    <a:pt x="109347" y="109347"/>
                  </a:lnTo>
                  <a:lnTo>
                    <a:pt x="101727" y="101854"/>
                  </a:lnTo>
                  <a:cubicBezTo>
                    <a:pt x="103886" y="99695"/>
                    <a:pt x="105918" y="97282"/>
                    <a:pt x="107569" y="94742"/>
                  </a:cubicBezTo>
                  <a:lnTo>
                    <a:pt x="116459" y="100711"/>
                  </a:lnTo>
                  <a:lnTo>
                    <a:pt x="107569" y="94742"/>
                  </a:lnTo>
                  <a:cubicBezTo>
                    <a:pt x="109347" y="92202"/>
                    <a:pt x="110744" y="89408"/>
                    <a:pt x="111887" y="86614"/>
                  </a:cubicBezTo>
                  <a:cubicBezTo>
                    <a:pt x="113030" y="83693"/>
                    <a:pt x="113919" y="80772"/>
                    <a:pt x="114554" y="77724"/>
                  </a:cubicBezTo>
                  <a:lnTo>
                    <a:pt x="124968" y="79883"/>
                  </a:lnTo>
                  <a:lnTo>
                    <a:pt x="114554" y="77851"/>
                  </a:lnTo>
                  <a:cubicBezTo>
                    <a:pt x="115189" y="74803"/>
                    <a:pt x="115443" y="71755"/>
                    <a:pt x="115443" y="68580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7926959" y="3249041"/>
              <a:ext cx="136906" cy="136906"/>
            </a:xfrm>
            <a:custGeom>
              <a:avLst/>
              <a:gdLst/>
              <a:ahLst/>
              <a:cxnLst/>
              <a:rect r="r" b="b" t="t" l="l"/>
              <a:pathLst>
                <a:path h="136906" w="136906">
                  <a:moveTo>
                    <a:pt x="136652" y="68580"/>
                  </a:moveTo>
                  <a:cubicBezTo>
                    <a:pt x="136652" y="73152"/>
                    <a:pt x="136144" y="77597"/>
                    <a:pt x="135382" y="81915"/>
                  </a:cubicBezTo>
                  <a:lnTo>
                    <a:pt x="124968" y="79883"/>
                  </a:lnTo>
                  <a:lnTo>
                    <a:pt x="135382" y="81915"/>
                  </a:lnTo>
                  <a:cubicBezTo>
                    <a:pt x="134493" y="86360"/>
                    <a:pt x="133223" y="90678"/>
                    <a:pt x="131445" y="94742"/>
                  </a:cubicBezTo>
                  <a:cubicBezTo>
                    <a:pt x="129667" y="98933"/>
                    <a:pt x="127635" y="102870"/>
                    <a:pt x="125095" y="106553"/>
                  </a:cubicBezTo>
                  <a:lnTo>
                    <a:pt x="116205" y="100584"/>
                  </a:lnTo>
                  <a:lnTo>
                    <a:pt x="125095" y="106553"/>
                  </a:lnTo>
                  <a:cubicBezTo>
                    <a:pt x="122555" y="110236"/>
                    <a:pt x="119761" y="113792"/>
                    <a:pt x="116586" y="116967"/>
                  </a:cubicBezTo>
                  <a:lnTo>
                    <a:pt x="109093" y="109347"/>
                  </a:lnTo>
                  <a:lnTo>
                    <a:pt x="116586" y="116840"/>
                  </a:lnTo>
                  <a:cubicBezTo>
                    <a:pt x="113411" y="120015"/>
                    <a:pt x="109982" y="122809"/>
                    <a:pt x="106172" y="125349"/>
                  </a:cubicBezTo>
                  <a:cubicBezTo>
                    <a:pt x="102489" y="127889"/>
                    <a:pt x="98552" y="129921"/>
                    <a:pt x="94361" y="131699"/>
                  </a:cubicBezTo>
                  <a:lnTo>
                    <a:pt x="90297" y="121793"/>
                  </a:lnTo>
                  <a:lnTo>
                    <a:pt x="94361" y="131699"/>
                  </a:lnTo>
                  <a:cubicBezTo>
                    <a:pt x="90170" y="133477"/>
                    <a:pt x="85852" y="134747"/>
                    <a:pt x="81534" y="135636"/>
                  </a:cubicBezTo>
                  <a:lnTo>
                    <a:pt x="79502" y="125222"/>
                  </a:lnTo>
                  <a:lnTo>
                    <a:pt x="81661" y="135636"/>
                  </a:lnTo>
                  <a:cubicBezTo>
                    <a:pt x="77216" y="136525"/>
                    <a:pt x="72771" y="136906"/>
                    <a:pt x="68326" y="136906"/>
                  </a:cubicBezTo>
                  <a:lnTo>
                    <a:pt x="68326" y="126238"/>
                  </a:lnTo>
                  <a:lnTo>
                    <a:pt x="68326" y="136906"/>
                  </a:lnTo>
                  <a:cubicBezTo>
                    <a:pt x="63881" y="136906"/>
                    <a:pt x="59309" y="136525"/>
                    <a:pt x="54991" y="135636"/>
                  </a:cubicBezTo>
                  <a:lnTo>
                    <a:pt x="57150" y="125222"/>
                  </a:lnTo>
                  <a:lnTo>
                    <a:pt x="55118" y="135636"/>
                  </a:lnTo>
                  <a:cubicBezTo>
                    <a:pt x="50673" y="134747"/>
                    <a:pt x="46482" y="133477"/>
                    <a:pt x="42291" y="131699"/>
                  </a:cubicBezTo>
                  <a:lnTo>
                    <a:pt x="46355" y="121793"/>
                  </a:lnTo>
                  <a:lnTo>
                    <a:pt x="42291" y="131699"/>
                  </a:lnTo>
                  <a:cubicBezTo>
                    <a:pt x="38100" y="129921"/>
                    <a:pt x="34163" y="127889"/>
                    <a:pt x="30480" y="125349"/>
                  </a:cubicBezTo>
                  <a:cubicBezTo>
                    <a:pt x="26797" y="122809"/>
                    <a:pt x="23241" y="120015"/>
                    <a:pt x="20066" y="116840"/>
                  </a:cubicBezTo>
                  <a:lnTo>
                    <a:pt x="27559" y="109347"/>
                  </a:lnTo>
                  <a:lnTo>
                    <a:pt x="20066" y="116840"/>
                  </a:lnTo>
                  <a:cubicBezTo>
                    <a:pt x="16891" y="113665"/>
                    <a:pt x="14097" y="110236"/>
                    <a:pt x="11557" y="106426"/>
                  </a:cubicBezTo>
                  <a:cubicBezTo>
                    <a:pt x="9144" y="102743"/>
                    <a:pt x="6985" y="98806"/>
                    <a:pt x="5207" y="94615"/>
                  </a:cubicBezTo>
                  <a:cubicBezTo>
                    <a:pt x="3556" y="90424"/>
                    <a:pt x="2159" y="86233"/>
                    <a:pt x="1270" y="81788"/>
                  </a:cubicBezTo>
                  <a:cubicBezTo>
                    <a:pt x="381" y="77343"/>
                    <a:pt x="0" y="72898"/>
                    <a:pt x="0" y="68453"/>
                  </a:cubicBezTo>
                  <a:lnTo>
                    <a:pt x="10668" y="68453"/>
                  </a:lnTo>
                  <a:lnTo>
                    <a:pt x="0" y="68453"/>
                  </a:lnTo>
                  <a:cubicBezTo>
                    <a:pt x="0" y="64008"/>
                    <a:pt x="381" y="59563"/>
                    <a:pt x="1270" y="55118"/>
                  </a:cubicBezTo>
                  <a:cubicBezTo>
                    <a:pt x="2159" y="50800"/>
                    <a:pt x="3429" y="46482"/>
                    <a:pt x="5207" y="42291"/>
                  </a:cubicBezTo>
                  <a:lnTo>
                    <a:pt x="15113" y="46355"/>
                  </a:lnTo>
                  <a:lnTo>
                    <a:pt x="5207" y="42291"/>
                  </a:lnTo>
                  <a:cubicBezTo>
                    <a:pt x="6985" y="38100"/>
                    <a:pt x="9017" y="34163"/>
                    <a:pt x="11557" y="30480"/>
                  </a:cubicBezTo>
                  <a:cubicBezTo>
                    <a:pt x="14097" y="26797"/>
                    <a:pt x="16891" y="23241"/>
                    <a:pt x="20066" y="20066"/>
                  </a:cubicBezTo>
                  <a:lnTo>
                    <a:pt x="27559" y="27559"/>
                  </a:lnTo>
                  <a:lnTo>
                    <a:pt x="20066" y="20066"/>
                  </a:lnTo>
                  <a:cubicBezTo>
                    <a:pt x="23241" y="16891"/>
                    <a:pt x="26670" y="14097"/>
                    <a:pt x="30480" y="11557"/>
                  </a:cubicBezTo>
                  <a:lnTo>
                    <a:pt x="36449" y="20447"/>
                  </a:lnTo>
                  <a:lnTo>
                    <a:pt x="30480" y="11557"/>
                  </a:lnTo>
                  <a:cubicBezTo>
                    <a:pt x="34163" y="9017"/>
                    <a:pt x="38100" y="6985"/>
                    <a:pt x="42291" y="5207"/>
                  </a:cubicBezTo>
                  <a:cubicBezTo>
                    <a:pt x="46482" y="3429"/>
                    <a:pt x="50673" y="2159"/>
                    <a:pt x="55118" y="1270"/>
                  </a:cubicBezTo>
                  <a:cubicBezTo>
                    <a:pt x="59436" y="381"/>
                    <a:pt x="64008" y="0"/>
                    <a:pt x="68453" y="0"/>
                  </a:cubicBezTo>
                  <a:lnTo>
                    <a:pt x="68453" y="10668"/>
                  </a:lnTo>
                  <a:lnTo>
                    <a:pt x="68453" y="0"/>
                  </a:lnTo>
                  <a:cubicBezTo>
                    <a:pt x="72898" y="0"/>
                    <a:pt x="77470" y="508"/>
                    <a:pt x="81788" y="1270"/>
                  </a:cubicBezTo>
                  <a:lnTo>
                    <a:pt x="79756" y="11684"/>
                  </a:lnTo>
                  <a:lnTo>
                    <a:pt x="81788" y="1270"/>
                  </a:lnTo>
                  <a:cubicBezTo>
                    <a:pt x="86233" y="2159"/>
                    <a:pt x="90424" y="3429"/>
                    <a:pt x="94615" y="5207"/>
                  </a:cubicBezTo>
                  <a:cubicBezTo>
                    <a:pt x="98806" y="6985"/>
                    <a:pt x="102743" y="9017"/>
                    <a:pt x="106426" y="11557"/>
                  </a:cubicBezTo>
                  <a:lnTo>
                    <a:pt x="100457" y="20447"/>
                  </a:lnTo>
                  <a:lnTo>
                    <a:pt x="106426" y="11557"/>
                  </a:lnTo>
                  <a:cubicBezTo>
                    <a:pt x="110109" y="14097"/>
                    <a:pt x="113665" y="16891"/>
                    <a:pt x="116840" y="20066"/>
                  </a:cubicBezTo>
                  <a:lnTo>
                    <a:pt x="109347" y="27559"/>
                  </a:lnTo>
                  <a:lnTo>
                    <a:pt x="116840" y="19939"/>
                  </a:lnTo>
                  <a:cubicBezTo>
                    <a:pt x="120015" y="23114"/>
                    <a:pt x="122936" y="26543"/>
                    <a:pt x="125349" y="30353"/>
                  </a:cubicBezTo>
                  <a:cubicBezTo>
                    <a:pt x="127889" y="34036"/>
                    <a:pt x="129921" y="37973"/>
                    <a:pt x="131699" y="42164"/>
                  </a:cubicBezTo>
                  <a:lnTo>
                    <a:pt x="121793" y="46228"/>
                  </a:lnTo>
                  <a:lnTo>
                    <a:pt x="131699" y="42164"/>
                  </a:lnTo>
                  <a:cubicBezTo>
                    <a:pt x="133350" y="46355"/>
                    <a:pt x="134747" y="50546"/>
                    <a:pt x="135636" y="54991"/>
                  </a:cubicBezTo>
                  <a:lnTo>
                    <a:pt x="125222" y="57023"/>
                  </a:lnTo>
                  <a:lnTo>
                    <a:pt x="135636" y="54991"/>
                  </a:lnTo>
                  <a:cubicBezTo>
                    <a:pt x="136525" y="59309"/>
                    <a:pt x="136906" y="63754"/>
                    <a:pt x="136906" y="68326"/>
                  </a:cubicBezTo>
                  <a:lnTo>
                    <a:pt x="126238" y="68326"/>
                  </a:lnTo>
                  <a:lnTo>
                    <a:pt x="136906" y="68326"/>
                  </a:lnTo>
                  <a:moveTo>
                    <a:pt x="115570" y="68326"/>
                  </a:moveTo>
                  <a:cubicBezTo>
                    <a:pt x="115570" y="65278"/>
                    <a:pt x="115316" y="62230"/>
                    <a:pt x="114681" y="59182"/>
                  </a:cubicBezTo>
                  <a:cubicBezTo>
                    <a:pt x="114046" y="56134"/>
                    <a:pt x="113157" y="53213"/>
                    <a:pt x="112014" y="50419"/>
                  </a:cubicBezTo>
                  <a:cubicBezTo>
                    <a:pt x="110871" y="47625"/>
                    <a:pt x="109347" y="44831"/>
                    <a:pt x="107696" y="42291"/>
                  </a:cubicBezTo>
                  <a:lnTo>
                    <a:pt x="116586" y="36322"/>
                  </a:lnTo>
                  <a:lnTo>
                    <a:pt x="107696" y="42291"/>
                  </a:lnTo>
                  <a:cubicBezTo>
                    <a:pt x="105918" y="39751"/>
                    <a:pt x="104013" y="37338"/>
                    <a:pt x="101854" y="35179"/>
                  </a:cubicBezTo>
                  <a:cubicBezTo>
                    <a:pt x="99695" y="33020"/>
                    <a:pt x="97282" y="31115"/>
                    <a:pt x="94742" y="29337"/>
                  </a:cubicBezTo>
                  <a:cubicBezTo>
                    <a:pt x="92202" y="27559"/>
                    <a:pt x="89408" y="26162"/>
                    <a:pt x="86614" y="25019"/>
                  </a:cubicBezTo>
                  <a:lnTo>
                    <a:pt x="90678" y="15113"/>
                  </a:lnTo>
                  <a:lnTo>
                    <a:pt x="86614" y="25019"/>
                  </a:lnTo>
                  <a:cubicBezTo>
                    <a:pt x="83693" y="23876"/>
                    <a:pt x="80772" y="22987"/>
                    <a:pt x="77724" y="22352"/>
                  </a:cubicBezTo>
                  <a:cubicBezTo>
                    <a:pt x="74676" y="21717"/>
                    <a:pt x="71628" y="21463"/>
                    <a:pt x="68580" y="21463"/>
                  </a:cubicBezTo>
                  <a:cubicBezTo>
                    <a:pt x="65532" y="21463"/>
                    <a:pt x="62484" y="21717"/>
                    <a:pt x="59436" y="22352"/>
                  </a:cubicBezTo>
                  <a:lnTo>
                    <a:pt x="57404" y="11938"/>
                  </a:lnTo>
                  <a:lnTo>
                    <a:pt x="59436" y="22352"/>
                  </a:lnTo>
                  <a:cubicBezTo>
                    <a:pt x="56388" y="22987"/>
                    <a:pt x="53467" y="23876"/>
                    <a:pt x="50546" y="25019"/>
                  </a:cubicBezTo>
                  <a:lnTo>
                    <a:pt x="46482" y="15113"/>
                  </a:lnTo>
                  <a:lnTo>
                    <a:pt x="50546" y="25019"/>
                  </a:lnTo>
                  <a:cubicBezTo>
                    <a:pt x="47625" y="26162"/>
                    <a:pt x="44958" y="27686"/>
                    <a:pt x="42418" y="29337"/>
                  </a:cubicBezTo>
                  <a:cubicBezTo>
                    <a:pt x="39878" y="31115"/>
                    <a:pt x="37465" y="33020"/>
                    <a:pt x="35306" y="35179"/>
                  </a:cubicBezTo>
                  <a:cubicBezTo>
                    <a:pt x="33147" y="37338"/>
                    <a:pt x="31115" y="39751"/>
                    <a:pt x="29464" y="42291"/>
                  </a:cubicBezTo>
                  <a:lnTo>
                    <a:pt x="20574" y="36322"/>
                  </a:lnTo>
                  <a:lnTo>
                    <a:pt x="29464" y="42164"/>
                  </a:lnTo>
                  <a:cubicBezTo>
                    <a:pt x="27686" y="44831"/>
                    <a:pt x="26289" y="47498"/>
                    <a:pt x="25146" y="50292"/>
                  </a:cubicBezTo>
                  <a:cubicBezTo>
                    <a:pt x="24003" y="53086"/>
                    <a:pt x="23114" y="56134"/>
                    <a:pt x="22479" y="59182"/>
                  </a:cubicBezTo>
                  <a:lnTo>
                    <a:pt x="12065" y="57023"/>
                  </a:lnTo>
                  <a:lnTo>
                    <a:pt x="22479" y="59055"/>
                  </a:lnTo>
                  <a:cubicBezTo>
                    <a:pt x="21844" y="62103"/>
                    <a:pt x="21590" y="65151"/>
                    <a:pt x="21590" y="68199"/>
                  </a:cubicBezTo>
                  <a:cubicBezTo>
                    <a:pt x="21590" y="71247"/>
                    <a:pt x="21844" y="74295"/>
                    <a:pt x="22479" y="77343"/>
                  </a:cubicBezTo>
                  <a:lnTo>
                    <a:pt x="12065" y="79375"/>
                  </a:lnTo>
                  <a:lnTo>
                    <a:pt x="22479" y="77216"/>
                  </a:lnTo>
                  <a:cubicBezTo>
                    <a:pt x="23114" y="80264"/>
                    <a:pt x="24003" y="83185"/>
                    <a:pt x="25146" y="86106"/>
                  </a:cubicBezTo>
                  <a:lnTo>
                    <a:pt x="15240" y="90170"/>
                  </a:lnTo>
                  <a:lnTo>
                    <a:pt x="25146" y="86106"/>
                  </a:lnTo>
                  <a:cubicBezTo>
                    <a:pt x="26289" y="88900"/>
                    <a:pt x="27813" y="91694"/>
                    <a:pt x="29464" y="94234"/>
                  </a:cubicBezTo>
                  <a:lnTo>
                    <a:pt x="20574" y="100203"/>
                  </a:lnTo>
                  <a:lnTo>
                    <a:pt x="29464" y="94234"/>
                  </a:lnTo>
                  <a:cubicBezTo>
                    <a:pt x="31242" y="96774"/>
                    <a:pt x="33147" y="99187"/>
                    <a:pt x="35306" y="101346"/>
                  </a:cubicBezTo>
                  <a:cubicBezTo>
                    <a:pt x="37465" y="103505"/>
                    <a:pt x="39878" y="105537"/>
                    <a:pt x="42418" y="107188"/>
                  </a:cubicBezTo>
                  <a:lnTo>
                    <a:pt x="36449" y="116078"/>
                  </a:lnTo>
                  <a:lnTo>
                    <a:pt x="42418" y="107188"/>
                  </a:lnTo>
                  <a:cubicBezTo>
                    <a:pt x="44958" y="108839"/>
                    <a:pt x="47752" y="110363"/>
                    <a:pt x="50546" y="111506"/>
                  </a:cubicBezTo>
                  <a:cubicBezTo>
                    <a:pt x="53340" y="112649"/>
                    <a:pt x="56261" y="113538"/>
                    <a:pt x="59309" y="114173"/>
                  </a:cubicBezTo>
                  <a:cubicBezTo>
                    <a:pt x="62357" y="114808"/>
                    <a:pt x="65405" y="115062"/>
                    <a:pt x="68453" y="115062"/>
                  </a:cubicBezTo>
                  <a:cubicBezTo>
                    <a:pt x="71501" y="115062"/>
                    <a:pt x="74549" y="114808"/>
                    <a:pt x="77597" y="114173"/>
                  </a:cubicBezTo>
                  <a:cubicBezTo>
                    <a:pt x="80645" y="113538"/>
                    <a:pt x="83566" y="112649"/>
                    <a:pt x="86360" y="111506"/>
                  </a:cubicBezTo>
                  <a:cubicBezTo>
                    <a:pt x="89154" y="110363"/>
                    <a:pt x="91948" y="108839"/>
                    <a:pt x="94488" y="107188"/>
                  </a:cubicBezTo>
                  <a:lnTo>
                    <a:pt x="100457" y="116078"/>
                  </a:lnTo>
                  <a:lnTo>
                    <a:pt x="94488" y="107188"/>
                  </a:lnTo>
                  <a:cubicBezTo>
                    <a:pt x="97028" y="105410"/>
                    <a:pt x="99441" y="103505"/>
                    <a:pt x="101600" y="101346"/>
                  </a:cubicBezTo>
                  <a:cubicBezTo>
                    <a:pt x="103759" y="99187"/>
                    <a:pt x="105664" y="96774"/>
                    <a:pt x="107442" y="94234"/>
                  </a:cubicBezTo>
                  <a:cubicBezTo>
                    <a:pt x="109220" y="91694"/>
                    <a:pt x="110617" y="88900"/>
                    <a:pt x="111760" y="86106"/>
                  </a:cubicBezTo>
                  <a:lnTo>
                    <a:pt x="121666" y="90170"/>
                  </a:lnTo>
                  <a:lnTo>
                    <a:pt x="111760" y="86106"/>
                  </a:lnTo>
                  <a:cubicBezTo>
                    <a:pt x="112903" y="83185"/>
                    <a:pt x="113792" y="80264"/>
                    <a:pt x="114427" y="77216"/>
                  </a:cubicBezTo>
                  <a:cubicBezTo>
                    <a:pt x="115062" y="74168"/>
                    <a:pt x="115316" y="71120"/>
                    <a:pt x="115316" y="68072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7799757" y="3427147"/>
              <a:ext cx="66190" cy="148994"/>
            </a:xfrm>
            <a:custGeom>
              <a:avLst/>
              <a:gdLst/>
              <a:ahLst/>
              <a:cxnLst/>
              <a:rect r="r" b="b" t="t" l="l"/>
              <a:pathLst>
                <a:path h="148994" w="66190">
                  <a:moveTo>
                    <a:pt x="45541" y="141934"/>
                  </a:moveTo>
                  <a:lnTo>
                    <a:pt x="583" y="14172"/>
                  </a:lnTo>
                  <a:cubicBezTo>
                    <a:pt x="-1322" y="8584"/>
                    <a:pt x="1599" y="2488"/>
                    <a:pt x="7060" y="583"/>
                  </a:cubicBezTo>
                  <a:cubicBezTo>
                    <a:pt x="12521" y="-1322"/>
                    <a:pt x="18744" y="1599"/>
                    <a:pt x="20649" y="7060"/>
                  </a:cubicBezTo>
                  <a:lnTo>
                    <a:pt x="65607" y="134822"/>
                  </a:lnTo>
                  <a:cubicBezTo>
                    <a:pt x="67512" y="140410"/>
                    <a:pt x="64591" y="146506"/>
                    <a:pt x="59130" y="148411"/>
                  </a:cubicBezTo>
                  <a:cubicBezTo>
                    <a:pt x="53669" y="150316"/>
                    <a:pt x="47446" y="147395"/>
                    <a:pt x="45541" y="141934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7606030" y="3554349"/>
              <a:ext cx="259969" cy="21844"/>
            </a:xfrm>
            <a:custGeom>
              <a:avLst/>
              <a:gdLst/>
              <a:ahLst/>
              <a:cxnLst/>
              <a:rect r="r" b="b" t="t" l="l"/>
              <a:pathLst>
                <a:path h="21844" w="259969">
                  <a:moveTo>
                    <a:pt x="249301" y="21844"/>
                  </a:moveTo>
                  <a:lnTo>
                    <a:pt x="10669" y="21336"/>
                  </a:lnTo>
                  <a:cubicBezTo>
                    <a:pt x="4826" y="21336"/>
                    <a:pt x="0" y="16510"/>
                    <a:pt x="0" y="10668"/>
                  </a:cubicBezTo>
                  <a:cubicBezTo>
                    <a:pt x="0" y="4826"/>
                    <a:pt x="4826" y="0"/>
                    <a:pt x="10669" y="0"/>
                  </a:cubicBezTo>
                  <a:lnTo>
                    <a:pt x="249301" y="508"/>
                  </a:lnTo>
                  <a:cubicBezTo>
                    <a:pt x="255144" y="508"/>
                    <a:pt x="259970" y="5334"/>
                    <a:pt x="259970" y="11176"/>
                  </a:cubicBezTo>
                  <a:cubicBezTo>
                    <a:pt x="259970" y="17018"/>
                    <a:pt x="255144" y="21844"/>
                    <a:pt x="249301" y="21844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7777512" y="3174016"/>
              <a:ext cx="99505" cy="99758"/>
            </a:xfrm>
            <a:custGeom>
              <a:avLst/>
              <a:gdLst/>
              <a:ahLst/>
              <a:cxnLst/>
              <a:rect r="r" b="b" t="t" l="l"/>
              <a:pathLst>
                <a:path h="99758" w="99505">
                  <a:moveTo>
                    <a:pt x="81248" y="96615"/>
                  </a:moveTo>
                  <a:lnTo>
                    <a:pt x="3143" y="18256"/>
                  </a:lnTo>
                  <a:cubicBezTo>
                    <a:pt x="-1048" y="14065"/>
                    <a:pt x="-1048" y="7334"/>
                    <a:pt x="3143" y="3143"/>
                  </a:cubicBezTo>
                  <a:cubicBezTo>
                    <a:pt x="7334" y="-1048"/>
                    <a:pt x="14065" y="-1048"/>
                    <a:pt x="18256" y="3143"/>
                  </a:cubicBezTo>
                  <a:lnTo>
                    <a:pt x="96361" y="81502"/>
                  </a:lnTo>
                  <a:cubicBezTo>
                    <a:pt x="100552" y="85693"/>
                    <a:pt x="100552" y="92424"/>
                    <a:pt x="96361" y="96615"/>
                  </a:cubicBezTo>
                  <a:cubicBezTo>
                    <a:pt x="92170" y="100806"/>
                    <a:pt x="85439" y="100806"/>
                    <a:pt x="81248" y="96615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7880093" y="3462401"/>
              <a:ext cx="22484" cy="113284"/>
            </a:xfrm>
            <a:custGeom>
              <a:avLst/>
              <a:gdLst/>
              <a:ahLst/>
              <a:cxnLst/>
              <a:rect r="r" b="b" t="t" l="l"/>
              <a:pathLst>
                <a:path h="113284" w="22484">
                  <a:moveTo>
                    <a:pt x="1146" y="102743"/>
                  </a:moveTo>
                  <a:lnTo>
                    <a:pt x="3" y="10795"/>
                  </a:lnTo>
                  <a:cubicBezTo>
                    <a:pt x="-124" y="4953"/>
                    <a:pt x="4702" y="0"/>
                    <a:pt x="10544" y="0"/>
                  </a:cubicBezTo>
                  <a:cubicBezTo>
                    <a:pt x="16386" y="0"/>
                    <a:pt x="21339" y="4699"/>
                    <a:pt x="21339" y="10541"/>
                  </a:cubicBezTo>
                  <a:lnTo>
                    <a:pt x="22482" y="102489"/>
                  </a:lnTo>
                  <a:cubicBezTo>
                    <a:pt x="22609" y="108331"/>
                    <a:pt x="17783" y="113284"/>
                    <a:pt x="11941" y="113284"/>
                  </a:cubicBezTo>
                  <a:cubicBezTo>
                    <a:pt x="6099" y="113284"/>
                    <a:pt x="1146" y="108585"/>
                    <a:pt x="1146" y="10274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7943665" y="3395033"/>
              <a:ext cx="61838" cy="120131"/>
            </a:xfrm>
            <a:custGeom>
              <a:avLst/>
              <a:gdLst/>
              <a:ahLst/>
              <a:cxnLst/>
              <a:rect r="r" b="b" t="t" l="l"/>
              <a:pathLst>
                <a:path h="120131" w="61838">
                  <a:moveTo>
                    <a:pt x="41206" y="113469"/>
                  </a:moveTo>
                  <a:lnTo>
                    <a:pt x="820" y="14790"/>
                  </a:lnTo>
                  <a:cubicBezTo>
                    <a:pt x="-1466" y="9329"/>
                    <a:pt x="1200" y="3106"/>
                    <a:pt x="6662" y="820"/>
                  </a:cubicBezTo>
                  <a:cubicBezTo>
                    <a:pt x="12123" y="-1466"/>
                    <a:pt x="18346" y="1201"/>
                    <a:pt x="20632" y="6662"/>
                  </a:cubicBezTo>
                  <a:lnTo>
                    <a:pt x="61018" y="105341"/>
                  </a:lnTo>
                  <a:cubicBezTo>
                    <a:pt x="63304" y="110802"/>
                    <a:pt x="60637" y="117025"/>
                    <a:pt x="55175" y="119311"/>
                  </a:cubicBezTo>
                  <a:cubicBezTo>
                    <a:pt x="49715" y="121597"/>
                    <a:pt x="43492" y="118930"/>
                    <a:pt x="41206" y="113469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7984122" y="3395231"/>
              <a:ext cx="61061" cy="119989"/>
            </a:xfrm>
            <a:custGeom>
              <a:avLst/>
              <a:gdLst/>
              <a:ahLst/>
              <a:cxnLst/>
              <a:rect r="r" b="b" t="t" l="l"/>
              <a:pathLst>
                <a:path h="119989" w="61061">
                  <a:moveTo>
                    <a:pt x="60312" y="14592"/>
                  </a:moveTo>
                  <a:lnTo>
                    <a:pt x="20561" y="113271"/>
                  </a:lnTo>
                  <a:cubicBezTo>
                    <a:pt x="18402" y="118732"/>
                    <a:pt x="12179" y="121399"/>
                    <a:pt x="6718" y="119240"/>
                  </a:cubicBezTo>
                  <a:cubicBezTo>
                    <a:pt x="1256" y="117081"/>
                    <a:pt x="-1410" y="110858"/>
                    <a:pt x="749" y="105397"/>
                  </a:cubicBezTo>
                  <a:lnTo>
                    <a:pt x="40500" y="6718"/>
                  </a:lnTo>
                  <a:cubicBezTo>
                    <a:pt x="42659" y="1257"/>
                    <a:pt x="48881" y="-1410"/>
                    <a:pt x="54343" y="749"/>
                  </a:cubicBezTo>
                  <a:cubicBezTo>
                    <a:pt x="59804" y="2908"/>
                    <a:pt x="62471" y="9131"/>
                    <a:pt x="60312" y="14592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8086946" y="3544159"/>
              <a:ext cx="22414" cy="31055"/>
            </a:xfrm>
            <a:custGeom>
              <a:avLst/>
              <a:gdLst/>
              <a:ahLst/>
              <a:cxnLst/>
              <a:rect r="r" b="b" t="t" l="l"/>
              <a:pathLst>
                <a:path h="31055" w="22414">
                  <a:moveTo>
                    <a:pt x="21369" y="15524"/>
                  </a:moveTo>
                  <a:cubicBezTo>
                    <a:pt x="21242" y="15778"/>
                    <a:pt x="21115" y="16032"/>
                    <a:pt x="20988" y="16159"/>
                  </a:cubicBezTo>
                  <a:cubicBezTo>
                    <a:pt x="20861" y="16286"/>
                    <a:pt x="20988" y="16286"/>
                    <a:pt x="20861" y="16286"/>
                  </a:cubicBezTo>
                  <a:cubicBezTo>
                    <a:pt x="20734" y="16286"/>
                    <a:pt x="20861" y="16286"/>
                    <a:pt x="20861" y="16286"/>
                  </a:cubicBezTo>
                  <a:cubicBezTo>
                    <a:pt x="21623" y="14889"/>
                    <a:pt x="22639" y="7523"/>
                    <a:pt x="18448" y="3713"/>
                  </a:cubicBezTo>
                  <a:cubicBezTo>
                    <a:pt x="22258" y="7015"/>
                    <a:pt x="22258" y="11460"/>
                    <a:pt x="22258" y="13238"/>
                  </a:cubicBezTo>
                  <a:cubicBezTo>
                    <a:pt x="22258" y="15270"/>
                    <a:pt x="21877" y="18064"/>
                    <a:pt x="21115" y="22255"/>
                  </a:cubicBezTo>
                  <a:cubicBezTo>
                    <a:pt x="20099" y="28097"/>
                    <a:pt x="14511" y="31907"/>
                    <a:pt x="8796" y="30891"/>
                  </a:cubicBezTo>
                  <a:cubicBezTo>
                    <a:pt x="3081" y="29875"/>
                    <a:pt x="-856" y="24287"/>
                    <a:pt x="160" y="18572"/>
                  </a:cubicBezTo>
                  <a:cubicBezTo>
                    <a:pt x="795" y="14635"/>
                    <a:pt x="922" y="13238"/>
                    <a:pt x="922" y="12984"/>
                  </a:cubicBezTo>
                  <a:cubicBezTo>
                    <a:pt x="922" y="13365"/>
                    <a:pt x="1938" y="17683"/>
                    <a:pt x="4224" y="19715"/>
                  </a:cubicBezTo>
                  <a:cubicBezTo>
                    <a:pt x="-94" y="15778"/>
                    <a:pt x="922" y="8412"/>
                    <a:pt x="1938" y="6507"/>
                  </a:cubicBezTo>
                  <a:cubicBezTo>
                    <a:pt x="1938" y="6507"/>
                    <a:pt x="2065" y="6380"/>
                    <a:pt x="2065" y="6253"/>
                  </a:cubicBezTo>
                  <a:cubicBezTo>
                    <a:pt x="2065" y="6126"/>
                    <a:pt x="2192" y="5999"/>
                    <a:pt x="2319" y="5745"/>
                  </a:cubicBezTo>
                  <a:cubicBezTo>
                    <a:pt x="4986" y="538"/>
                    <a:pt x="11463" y="-1494"/>
                    <a:pt x="16670" y="1173"/>
                  </a:cubicBezTo>
                  <a:cubicBezTo>
                    <a:pt x="21877" y="3840"/>
                    <a:pt x="23909" y="10317"/>
                    <a:pt x="21242" y="15524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7709535" y="3394964"/>
              <a:ext cx="67183" cy="21463"/>
            </a:xfrm>
            <a:custGeom>
              <a:avLst/>
              <a:gdLst/>
              <a:ahLst/>
              <a:cxnLst/>
              <a:rect r="r" b="b" t="t" l="l"/>
              <a:pathLst>
                <a:path h="21463" w="67183">
                  <a:moveTo>
                    <a:pt x="56515" y="21463"/>
                  </a:moveTo>
                  <a:lnTo>
                    <a:pt x="10668" y="21336"/>
                  </a:lnTo>
                  <a:cubicBezTo>
                    <a:pt x="4826" y="21336"/>
                    <a:pt x="0" y="16510"/>
                    <a:pt x="0" y="10668"/>
                  </a:cubicBezTo>
                  <a:cubicBezTo>
                    <a:pt x="0" y="4826"/>
                    <a:pt x="4826" y="0"/>
                    <a:pt x="10668" y="0"/>
                  </a:cubicBezTo>
                  <a:lnTo>
                    <a:pt x="56515" y="127"/>
                  </a:lnTo>
                  <a:cubicBezTo>
                    <a:pt x="62357" y="127"/>
                    <a:pt x="67183" y="4953"/>
                    <a:pt x="67183" y="10795"/>
                  </a:cubicBezTo>
                  <a:cubicBezTo>
                    <a:pt x="67183" y="16637"/>
                    <a:pt x="62357" y="21463"/>
                    <a:pt x="56515" y="2146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8087693" y="3545157"/>
              <a:ext cx="21940" cy="21559"/>
            </a:xfrm>
            <a:custGeom>
              <a:avLst/>
              <a:gdLst/>
              <a:ahLst/>
              <a:cxnLst/>
              <a:rect r="r" b="b" t="t" l="l"/>
              <a:pathLst>
                <a:path h="21559" w="21940">
                  <a:moveTo>
                    <a:pt x="15034" y="937"/>
                  </a:moveTo>
                  <a:lnTo>
                    <a:pt x="15669" y="1191"/>
                  </a:lnTo>
                  <a:cubicBezTo>
                    <a:pt x="21003" y="3604"/>
                    <a:pt x="23416" y="9954"/>
                    <a:pt x="21003" y="15288"/>
                  </a:cubicBezTo>
                  <a:cubicBezTo>
                    <a:pt x="18590" y="20622"/>
                    <a:pt x="12240" y="23035"/>
                    <a:pt x="6906" y="20622"/>
                  </a:cubicBezTo>
                  <a:lnTo>
                    <a:pt x="6271" y="20368"/>
                  </a:lnTo>
                  <a:cubicBezTo>
                    <a:pt x="937" y="17955"/>
                    <a:pt x="-1476" y="11605"/>
                    <a:pt x="937" y="6271"/>
                  </a:cubicBezTo>
                  <a:cubicBezTo>
                    <a:pt x="3350" y="937"/>
                    <a:pt x="9700" y="-1476"/>
                    <a:pt x="15034" y="937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8087985" y="3546465"/>
              <a:ext cx="21356" cy="22118"/>
            </a:xfrm>
            <a:custGeom>
              <a:avLst/>
              <a:gdLst/>
              <a:ahLst/>
              <a:cxnLst/>
              <a:rect r="r" b="b" t="t" l="l"/>
              <a:pathLst>
                <a:path h="22118" w="21356">
                  <a:moveTo>
                    <a:pt x="21346" y="11186"/>
                  </a:moveTo>
                  <a:lnTo>
                    <a:pt x="21346" y="11948"/>
                  </a:lnTo>
                  <a:cubicBezTo>
                    <a:pt x="21092" y="17790"/>
                    <a:pt x="16013" y="22362"/>
                    <a:pt x="10170" y="22108"/>
                  </a:cubicBezTo>
                  <a:cubicBezTo>
                    <a:pt x="4328" y="21854"/>
                    <a:pt x="-244" y="16774"/>
                    <a:pt x="10" y="10932"/>
                  </a:cubicBezTo>
                  <a:lnTo>
                    <a:pt x="10" y="10170"/>
                  </a:lnTo>
                  <a:cubicBezTo>
                    <a:pt x="265" y="4328"/>
                    <a:pt x="5344" y="-244"/>
                    <a:pt x="11187" y="10"/>
                  </a:cubicBezTo>
                  <a:cubicBezTo>
                    <a:pt x="17028" y="264"/>
                    <a:pt x="21601" y="5344"/>
                    <a:pt x="21346" y="1118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7881239" y="3553841"/>
              <a:ext cx="227203" cy="21717"/>
            </a:xfrm>
            <a:custGeom>
              <a:avLst/>
              <a:gdLst/>
              <a:ahLst/>
              <a:cxnLst/>
              <a:rect r="r" b="b" t="t" l="l"/>
              <a:pathLst>
                <a:path h="21717" w="227203">
                  <a:moveTo>
                    <a:pt x="216535" y="21336"/>
                  </a:moveTo>
                  <a:lnTo>
                    <a:pt x="10668" y="21717"/>
                  </a:lnTo>
                  <a:cubicBezTo>
                    <a:pt x="4826" y="21717"/>
                    <a:pt x="0" y="17018"/>
                    <a:pt x="0" y="11049"/>
                  </a:cubicBezTo>
                  <a:cubicBezTo>
                    <a:pt x="0" y="5080"/>
                    <a:pt x="4699" y="381"/>
                    <a:pt x="10668" y="381"/>
                  </a:cubicBezTo>
                  <a:lnTo>
                    <a:pt x="216535" y="0"/>
                  </a:lnTo>
                  <a:cubicBezTo>
                    <a:pt x="222377" y="0"/>
                    <a:pt x="227203" y="4699"/>
                    <a:pt x="227203" y="10668"/>
                  </a:cubicBezTo>
                  <a:cubicBezTo>
                    <a:pt x="227203" y="16637"/>
                    <a:pt x="222504" y="21336"/>
                    <a:pt x="216535" y="2133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7955914" y="3394964"/>
              <a:ext cx="79249" cy="21336"/>
            </a:xfrm>
            <a:custGeom>
              <a:avLst/>
              <a:gdLst/>
              <a:ahLst/>
              <a:cxnLst/>
              <a:rect r="r" b="b" t="t" l="l"/>
              <a:pathLst>
                <a:path h="21336" w="79249">
                  <a:moveTo>
                    <a:pt x="10669" y="0"/>
                  </a:moveTo>
                  <a:lnTo>
                    <a:pt x="68581" y="0"/>
                  </a:lnTo>
                  <a:cubicBezTo>
                    <a:pt x="74423" y="0"/>
                    <a:pt x="79249" y="4826"/>
                    <a:pt x="79249" y="10668"/>
                  </a:cubicBezTo>
                  <a:cubicBezTo>
                    <a:pt x="79249" y="16510"/>
                    <a:pt x="74423" y="21336"/>
                    <a:pt x="68581" y="21336"/>
                  </a:cubicBezTo>
                  <a:lnTo>
                    <a:pt x="10669" y="21336"/>
                  </a:lnTo>
                  <a:cubicBezTo>
                    <a:pt x="4826" y="21336"/>
                    <a:pt x="0" y="16510"/>
                    <a:pt x="0" y="10668"/>
                  </a:cubicBezTo>
                  <a:cubicBezTo>
                    <a:pt x="0" y="4826"/>
                    <a:pt x="4826" y="0"/>
                    <a:pt x="10669" y="0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7855617" y="3176556"/>
              <a:ext cx="97092" cy="97218"/>
            </a:xfrm>
            <a:custGeom>
              <a:avLst/>
              <a:gdLst/>
              <a:ahLst/>
              <a:cxnLst/>
              <a:rect r="r" b="b" t="t" l="l"/>
              <a:pathLst>
                <a:path h="97218" w="97092">
                  <a:moveTo>
                    <a:pt x="93948" y="18256"/>
                  </a:moveTo>
                  <a:lnTo>
                    <a:pt x="18256" y="94075"/>
                  </a:lnTo>
                  <a:cubicBezTo>
                    <a:pt x="14065" y="98266"/>
                    <a:pt x="7334" y="98266"/>
                    <a:pt x="3143" y="94075"/>
                  </a:cubicBezTo>
                  <a:cubicBezTo>
                    <a:pt x="-1048" y="89884"/>
                    <a:pt x="-1048" y="83153"/>
                    <a:pt x="3143" y="78962"/>
                  </a:cubicBezTo>
                  <a:lnTo>
                    <a:pt x="78835" y="3143"/>
                  </a:lnTo>
                  <a:cubicBezTo>
                    <a:pt x="83026" y="-1048"/>
                    <a:pt x="89757" y="-1048"/>
                    <a:pt x="93948" y="3143"/>
                  </a:cubicBezTo>
                  <a:cubicBezTo>
                    <a:pt x="98139" y="7334"/>
                    <a:pt x="98139" y="14065"/>
                    <a:pt x="93948" y="18256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7606084" y="3446198"/>
              <a:ext cx="59203" cy="129561"/>
            </a:xfrm>
            <a:custGeom>
              <a:avLst/>
              <a:gdLst/>
              <a:ahLst/>
              <a:cxnLst/>
              <a:rect r="r" b="b" t="t" l="l"/>
              <a:pathLst>
                <a:path h="129561" w="59203">
                  <a:moveTo>
                    <a:pt x="58620" y="14171"/>
                  </a:moveTo>
                  <a:lnTo>
                    <a:pt x="20774" y="122375"/>
                  </a:lnTo>
                  <a:cubicBezTo>
                    <a:pt x="18869" y="127963"/>
                    <a:pt x="12773" y="130884"/>
                    <a:pt x="7185" y="128979"/>
                  </a:cubicBezTo>
                  <a:cubicBezTo>
                    <a:pt x="1597" y="127074"/>
                    <a:pt x="-1323" y="120978"/>
                    <a:pt x="581" y="115390"/>
                  </a:cubicBezTo>
                  <a:lnTo>
                    <a:pt x="38427" y="7186"/>
                  </a:lnTo>
                  <a:cubicBezTo>
                    <a:pt x="40332" y="1598"/>
                    <a:pt x="46428" y="-1323"/>
                    <a:pt x="52016" y="582"/>
                  </a:cubicBezTo>
                  <a:cubicBezTo>
                    <a:pt x="57604" y="2487"/>
                    <a:pt x="60526" y="8583"/>
                    <a:pt x="58620" y="14171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8087741" y="3476114"/>
              <a:ext cx="21844" cy="89413"/>
            </a:xfrm>
            <a:custGeom>
              <a:avLst/>
              <a:gdLst/>
              <a:ahLst/>
              <a:cxnLst/>
              <a:rect r="r" b="b" t="t" l="l"/>
              <a:pathLst>
                <a:path h="89413" w="21844">
                  <a:moveTo>
                    <a:pt x="21463" y="10671"/>
                  </a:moveTo>
                  <a:lnTo>
                    <a:pt x="21845" y="78616"/>
                  </a:lnTo>
                  <a:cubicBezTo>
                    <a:pt x="21845" y="84458"/>
                    <a:pt x="17145" y="89284"/>
                    <a:pt x="11176" y="89411"/>
                  </a:cubicBezTo>
                  <a:cubicBezTo>
                    <a:pt x="5207" y="89538"/>
                    <a:pt x="508" y="84712"/>
                    <a:pt x="382" y="78743"/>
                  </a:cubicBezTo>
                  <a:lnTo>
                    <a:pt x="0" y="10798"/>
                  </a:lnTo>
                  <a:cubicBezTo>
                    <a:pt x="0" y="4956"/>
                    <a:pt x="4699" y="130"/>
                    <a:pt x="10669" y="3"/>
                  </a:cubicBezTo>
                  <a:cubicBezTo>
                    <a:pt x="16637" y="-124"/>
                    <a:pt x="21336" y="4702"/>
                    <a:pt x="21463" y="10671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675084" y="2801825"/>
            <a:ext cx="2774890" cy="48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3375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Key Features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109902" y="3466165"/>
            <a:ext cx="78696" cy="48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98384" y="3561415"/>
            <a:ext cx="2379012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Secure</a:t>
            </a:r>
            <a:r>
              <a:rPr lang="en-US" b="true" sz="1687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Authentication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708156" y="3978486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838700" y="3561415"/>
            <a:ext cx="2011985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Book Management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599233" y="3978486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279016" y="3647140"/>
            <a:ext cx="2493340" cy="1317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User-Book Relationship</a:t>
            </a:r>
          </a:p>
          <a:p>
            <a:pPr algn="l">
              <a:lnSpc>
                <a:spcPts val="2449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One-to-many relationship using MongoDB ObjectId references for data integrity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97994" y="4026111"/>
            <a:ext cx="2509437" cy="930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JWTtokens, bcrypt password hashing, protected routes with middleware verification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838700" y="4026111"/>
            <a:ext cx="2524354" cy="31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Full CRUDoperationswithuser-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838700" y="4330911"/>
            <a:ext cx="2309736" cy="62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specific book ownership and data protection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53890"/>
            <a:ext cx="11430000" cy="6438900"/>
            <a:chOff x="0" y="0"/>
            <a:chExt cx="11430000" cy="643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0C23">
                <a:alpha val="8980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0" y="654147"/>
            <a:ext cx="4286250" cy="6438643"/>
            <a:chOff x="0" y="0"/>
            <a:chExt cx="5715000" cy="8584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" t="-3" r="-2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5325" y="4149565"/>
            <a:ext cx="76200" cy="76200"/>
            <a:chOff x="0" y="0"/>
            <a:chExt cx="76200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796"/>
                    <a:pt x="73279" y="23495"/>
                  </a:cubicBezTo>
                  <a:cubicBezTo>
                    <a:pt x="75184" y="28194"/>
                    <a:pt x="76200" y="33020"/>
                    <a:pt x="76200" y="38100"/>
                  </a:cubicBezTo>
                </a:path>
              </a:pathLst>
            </a:custGeom>
            <a:solidFill>
              <a:srgbClr val="DAD8E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5325" y="4530565"/>
            <a:ext cx="76200" cy="76200"/>
            <a:chOff x="0" y="0"/>
            <a:chExt cx="762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</a:path>
              </a:pathLst>
            </a:custGeom>
            <a:solidFill>
              <a:srgbClr val="DAD8E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5325" y="4902040"/>
            <a:ext cx="76200" cy="76200"/>
            <a:chOff x="0" y="0"/>
            <a:chExt cx="76200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404"/>
                    <a:pt x="2921" y="52705"/>
                  </a:cubicBezTo>
                  <a:cubicBezTo>
                    <a:pt x="1016" y="48006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</a:path>
              </a:pathLst>
            </a:custGeom>
            <a:solidFill>
              <a:srgbClr val="DAD8E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838575" y="4149565"/>
            <a:ext cx="76200" cy="76200"/>
            <a:chOff x="0" y="0"/>
            <a:chExt cx="76200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796"/>
                    <a:pt x="73279" y="23495"/>
                  </a:cubicBezTo>
                  <a:cubicBezTo>
                    <a:pt x="75184" y="28194"/>
                    <a:pt x="76200" y="33020"/>
                    <a:pt x="76200" y="38100"/>
                  </a:cubicBezTo>
                </a:path>
              </a:pathLst>
            </a:custGeom>
            <a:solidFill>
              <a:srgbClr val="DAD8E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38575" y="4530565"/>
            <a:ext cx="76200" cy="76200"/>
            <a:chOff x="0" y="0"/>
            <a:chExt cx="76200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</a:path>
              </a:pathLst>
            </a:custGeom>
            <a:solidFill>
              <a:srgbClr val="DAD8E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838575" y="4902040"/>
            <a:ext cx="76200" cy="76200"/>
            <a:chOff x="0" y="0"/>
            <a:chExt cx="76200" cy="76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404"/>
                    <a:pt x="2921" y="52705"/>
                  </a:cubicBezTo>
                  <a:cubicBezTo>
                    <a:pt x="1016" y="48006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</a:path>
              </a:pathLst>
            </a:custGeom>
            <a:solidFill>
              <a:srgbClr val="DAD8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75084" y="2611325"/>
            <a:ext cx="4068994" cy="48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3375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Database Structure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7518" y="3370915"/>
            <a:ext cx="78696" cy="48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5084" y="3409015"/>
            <a:ext cx="1727806" cy="44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b="true" sz="1687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Users</a:t>
            </a:r>
            <a:r>
              <a:rPr lang="en-US" b="true" sz="1687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  <a:r>
              <a:rPr lang="en-US" b="true" sz="1687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Collection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71151" y="3911811"/>
            <a:ext cx="42691" cy="40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16696" y="3409015"/>
            <a:ext cx="1793157" cy="44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b="true" sz="1687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Books</a:t>
            </a:r>
            <a:r>
              <a:rPr lang="en-US" b="true" sz="1687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 </a:t>
            </a:r>
            <a:r>
              <a:rPr lang="en-US" b="true" sz="1687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Collection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86531" y="3911811"/>
            <a:ext cx="42691" cy="40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3609" y="3959436"/>
            <a:ext cx="2003993" cy="111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name, email,password Automatic timestamps Secure password storage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125211" y="3959436"/>
            <a:ext cx="1338015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title, author,URL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25211" y="4340436"/>
            <a:ext cx="1897932" cy="72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User ObjectId reference Ownership tracking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03" y="590386"/>
            <a:ext cx="11556997" cy="6565897"/>
            <a:chOff x="0" y="0"/>
            <a:chExt cx="11557000" cy="6565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0C23">
                <a:alpha val="89804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39775" y="2654300"/>
              <a:ext cx="3228975" cy="28575"/>
            </a:xfrm>
            <a:custGeom>
              <a:avLst/>
              <a:gdLst/>
              <a:ahLst/>
              <a:cxnLst/>
              <a:rect r="r" b="b" t="t" l="l"/>
              <a:pathLst>
                <a:path h="28575" w="3228975">
                  <a:moveTo>
                    <a:pt x="0" y="28575"/>
                  </a:moveTo>
                  <a:lnTo>
                    <a:pt x="3228975" y="28575"/>
                  </a:lnTo>
                  <a:lnTo>
                    <a:pt x="32289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159250" y="2654300"/>
              <a:ext cx="3238500" cy="28575"/>
            </a:xfrm>
            <a:custGeom>
              <a:avLst/>
              <a:gdLst/>
              <a:ahLst/>
              <a:cxnLst/>
              <a:rect r="r" b="b" t="t" l="l"/>
              <a:pathLst>
                <a:path h="28575" w="3238500">
                  <a:moveTo>
                    <a:pt x="0" y="28575"/>
                  </a:moveTo>
                  <a:lnTo>
                    <a:pt x="3238500" y="28575"/>
                  </a:lnTo>
                  <a:lnTo>
                    <a:pt x="3238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588250" y="2654300"/>
              <a:ext cx="3228975" cy="28575"/>
            </a:xfrm>
            <a:custGeom>
              <a:avLst/>
              <a:gdLst/>
              <a:ahLst/>
              <a:cxnLst/>
              <a:rect r="r" b="b" t="t" l="l"/>
              <a:pathLst>
                <a:path h="28575" w="3228975">
                  <a:moveTo>
                    <a:pt x="0" y="28575"/>
                  </a:moveTo>
                  <a:lnTo>
                    <a:pt x="3228975" y="28575"/>
                  </a:lnTo>
                  <a:lnTo>
                    <a:pt x="32289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739775" y="4140200"/>
              <a:ext cx="4943475" cy="28575"/>
            </a:xfrm>
            <a:custGeom>
              <a:avLst/>
              <a:gdLst/>
              <a:ahLst/>
              <a:cxnLst/>
              <a:rect r="r" b="b" t="t" l="l"/>
              <a:pathLst>
                <a:path h="28575" w="4943475">
                  <a:moveTo>
                    <a:pt x="0" y="28575"/>
                  </a:moveTo>
                  <a:lnTo>
                    <a:pt x="4943475" y="28575"/>
                  </a:lnTo>
                  <a:lnTo>
                    <a:pt x="49434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5B9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873750" y="4140200"/>
              <a:ext cx="4943475" cy="28575"/>
            </a:xfrm>
            <a:custGeom>
              <a:avLst/>
              <a:gdLst/>
              <a:ahLst/>
              <a:cxnLst/>
              <a:rect r="r" b="b" t="t" l="l"/>
              <a:pathLst>
                <a:path h="28575" w="4943475">
                  <a:moveTo>
                    <a:pt x="0" y="28575"/>
                  </a:moveTo>
                  <a:lnTo>
                    <a:pt x="4943475" y="28575"/>
                  </a:lnTo>
                  <a:lnTo>
                    <a:pt x="49434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75084" y="1935050"/>
            <a:ext cx="5189534" cy="61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Security Implementation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0519" y="4376822"/>
            <a:ext cx="1835934" cy="77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Prompt Light"/>
                <a:ea typeface="Prompt Light"/>
                <a:cs typeface="Prompt Light"/>
                <a:sym typeface="Prompt Light"/>
              </a:rPr>
              <a:t>04</a:t>
            </a:r>
          </a:p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Route Protection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3598" y="2890922"/>
            <a:ext cx="1685392" cy="77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Prompt Light"/>
                <a:ea typeface="Prompt Light"/>
                <a:cs typeface="Prompt Light"/>
                <a:sym typeface="Prompt Light"/>
              </a:rPr>
              <a:t>01</a:t>
            </a:r>
          </a:p>
          <a:p>
            <a:pPr algn="l">
              <a:lnSpc>
                <a:spcPts val="333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Input Validation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76109" y="2890922"/>
            <a:ext cx="243954" cy="27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Prompt Light"/>
                <a:ea typeface="Prompt Light"/>
                <a:cs typeface="Prompt Light"/>
                <a:sym typeface="Prompt Light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89714" y="4376822"/>
            <a:ext cx="241002" cy="27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Prompt Light"/>
                <a:ea typeface="Prompt Light"/>
                <a:cs typeface="Prompt Light"/>
                <a:sym typeface="Prompt Light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01233" y="2890922"/>
            <a:ext cx="242183" cy="27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Prompt Light"/>
                <a:ea typeface="Prompt Light"/>
                <a:cs typeface="Prompt Light"/>
                <a:sym typeface="Prompt Light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9487" y="3702261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92047" y="5178636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99322" y="3266140"/>
            <a:ext cx="1921707" cy="39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Password Hashing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15282" y="3702261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11441" y="4761565"/>
            <a:ext cx="1587675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Token Blacklist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63862" y="5178636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23559" y="3266140"/>
            <a:ext cx="1677095" cy="39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JWT Generation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05520" y="3702261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5084" y="5254836"/>
            <a:ext cx="1884959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Middleware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verification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5084" y="3778461"/>
            <a:ext cx="2140515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Required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fields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verification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99322" y="3778461"/>
            <a:ext cx="1441113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 spc="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bcrypt</a:t>
            </a:r>
            <a:r>
              <a:rPr lang="en-US" sz="1518" spc="4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 spc="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encryption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11441" y="5254836"/>
            <a:ext cx="1541650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Logout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invalidation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23559" y="3778461"/>
            <a:ext cx="2234956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Token-basedauthentication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11556997" cy="7870822"/>
            <a:chOff x="0" y="0"/>
            <a:chExt cx="11557000" cy="7870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7743826"/>
            </a:xfrm>
            <a:custGeom>
              <a:avLst/>
              <a:gdLst/>
              <a:ahLst/>
              <a:cxnLst/>
              <a:rect r="r" b="b" t="t" l="l"/>
              <a:pathLst>
                <a:path h="7743826" w="11430000">
                  <a:moveTo>
                    <a:pt x="0" y="0"/>
                  </a:moveTo>
                  <a:lnTo>
                    <a:pt x="0" y="7743826"/>
                  </a:lnTo>
                  <a:lnTo>
                    <a:pt x="11430000" y="77438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7743826"/>
            </a:xfrm>
            <a:custGeom>
              <a:avLst/>
              <a:gdLst/>
              <a:ahLst/>
              <a:cxnLst/>
              <a:rect r="r" b="b" t="t" l="l"/>
              <a:pathLst>
                <a:path h="7743826" w="11430000">
                  <a:moveTo>
                    <a:pt x="0" y="0"/>
                  </a:moveTo>
                  <a:lnTo>
                    <a:pt x="0" y="7743826"/>
                  </a:lnTo>
                  <a:lnTo>
                    <a:pt x="11430000" y="77438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1430000" cy="7743825"/>
            <a:chOff x="0" y="0"/>
            <a:chExt cx="15240000" cy="10325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00" cy="10325100"/>
            </a:xfrm>
            <a:custGeom>
              <a:avLst/>
              <a:gdLst/>
              <a:ahLst/>
              <a:cxnLst/>
              <a:rect r="r" b="b" t="t" l="l"/>
              <a:pathLst>
                <a:path h="103251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10325100"/>
                  </a:lnTo>
                  <a:lnTo>
                    <a:pt x="0" y="1032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1430000" cy="7743825"/>
            <a:chOff x="0" y="0"/>
            <a:chExt cx="15240000" cy="10325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00" cy="10325100"/>
            </a:xfrm>
            <a:custGeom>
              <a:avLst/>
              <a:gdLst/>
              <a:ahLst/>
              <a:cxnLst/>
              <a:rect r="r" b="b" t="t" l="l"/>
              <a:pathLst>
                <a:path h="103251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10325100"/>
                  </a:lnTo>
                  <a:lnTo>
                    <a:pt x="0" y="1032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63503" y="-63503"/>
            <a:ext cx="11556997" cy="7870822"/>
          </a:xfrm>
          <a:custGeom>
            <a:avLst/>
            <a:gdLst/>
            <a:ahLst/>
            <a:cxnLst/>
            <a:rect r="r" b="b" t="t" l="l"/>
            <a:pathLst>
              <a:path h="7870822" w="11556997">
                <a:moveTo>
                  <a:pt x="0" y="0"/>
                </a:moveTo>
                <a:lnTo>
                  <a:pt x="11556997" y="0"/>
                </a:lnTo>
                <a:lnTo>
                  <a:pt x="11556997" y="7870822"/>
                </a:lnTo>
                <a:lnTo>
                  <a:pt x="0" y="7870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5084" y="442960"/>
            <a:ext cx="2062696" cy="61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User 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775" y="1246137"/>
            <a:ext cx="98108" cy="57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39686" y="2398662"/>
            <a:ext cx="153457" cy="57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40286" y="3398787"/>
            <a:ext cx="152143" cy="57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36562" y="4398912"/>
            <a:ext cx="159753" cy="57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40734" y="5389512"/>
            <a:ext cx="151362" cy="57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26094" y="3555235"/>
            <a:ext cx="738854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Access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99963" y="3972296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66198" y="1402585"/>
            <a:ext cx="2534002" cy="78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Register</a:t>
            </a:r>
          </a:p>
          <a:p>
            <a:pPr algn="r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Create account withcredentials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43585" y="1819646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16426" y="5545960"/>
            <a:ext cx="748703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Logout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37403" y="5963021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79406" y="4536310"/>
            <a:ext cx="2768708" cy="80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CRUD</a:t>
            </a:r>
          </a:p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Managebooks with full operations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10514" y="4972421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79406" y="2555110"/>
            <a:ext cx="586502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Login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37692" y="2972171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72450" y="6039221"/>
            <a:ext cx="1405690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Invalidatesession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67916" y="4048496"/>
            <a:ext cx="3042180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Use Bearer token for protectedroutes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79406" y="3048371"/>
            <a:ext cx="2538327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Verifycredentials, receive token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5414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59038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5084" y="1277825"/>
            <a:ext cx="2898181" cy="61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Project Setup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7966" y="5371165"/>
            <a:ext cx="1611287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Start MongoDB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242" y="5788236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7966" y="3218515"/>
            <a:ext cx="2217687" cy="39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Install Dependencies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6915" y="3654636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04322" y="5085415"/>
            <a:ext cx="1164479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Run Server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63272" y="5502486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04322" y="2942290"/>
            <a:ext cx="1557299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Configure .env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63354" y="3359361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7966" y="3730836"/>
            <a:ext cx="887682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npm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install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7966" y="5864436"/>
            <a:ext cx="2180444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Verify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database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connection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04322" y="5578686"/>
            <a:ext cx="2067325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npmstartornpm run dev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4322" y="3435561"/>
            <a:ext cx="2884970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SetPORT,MONGO_URI, JWT_SECRET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44492"/>
            <a:ext cx="11430000" cy="6858000"/>
            <a:chOff x="0" y="0"/>
            <a:chExt cx="11430000" cy="685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1430000">
                  <a:moveTo>
                    <a:pt x="0" y="6858000"/>
                  </a:moveTo>
                  <a:lnTo>
                    <a:pt x="11430000" y="68580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0C23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44491"/>
            <a:ext cx="11430000" cy="6858000"/>
            <a:chOff x="0" y="0"/>
            <a:chExt cx="15240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99022" y="1743064"/>
            <a:ext cx="5918197" cy="1222372"/>
            <a:chOff x="0" y="0"/>
            <a:chExt cx="5918200" cy="12223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8326" y="68199"/>
              <a:ext cx="5781548" cy="1085850"/>
            </a:xfrm>
            <a:custGeom>
              <a:avLst/>
              <a:gdLst/>
              <a:ahLst/>
              <a:cxnLst/>
              <a:rect r="r" b="b" t="t" l="l"/>
              <a:pathLst>
                <a:path h="1085850" w="5781548">
                  <a:moveTo>
                    <a:pt x="0" y="1023112"/>
                  </a:moveTo>
                  <a:lnTo>
                    <a:pt x="0" y="62865"/>
                  </a:lnTo>
                  <a:cubicBezTo>
                    <a:pt x="0" y="58674"/>
                    <a:pt x="381" y="54610"/>
                    <a:pt x="1270" y="50673"/>
                  </a:cubicBezTo>
                  <a:cubicBezTo>
                    <a:pt x="2159" y="46736"/>
                    <a:pt x="3302" y="42672"/>
                    <a:pt x="4826" y="38862"/>
                  </a:cubicBezTo>
                  <a:cubicBezTo>
                    <a:pt x="6350" y="35052"/>
                    <a:pt x="8382" y="31496"/>
                    <a:pt x="10668" y="28067"/>
                  </a:cubicBezTo>
                  <a:cubicBezTo>
                    <a:pt x="12954" y="24638"/>
                    <a:pt x="15621" y="21463"/>
                    <a:pt x="18415" y="18542"/>
                  </a:cubicBezTo>
                  <a:cubicBezTo>
                    <a:pt x="21209" y="15621"/>
                    <a:pt x="24511" y="13081"/>
                    <a:pt x="27940" y="10668"/>
                  </a:cubicBezTo>
                  <a:cubicBezTo>
                    <a:pt x="31369" y="8255"/>
                    <a:pt x="34925" y="6477"/>
                    <a:pt x="38735" y="4826"/>
                  </a:cubicBezTo>
                  <a:cubicBezTo>
                    <a:pt x="42545" y="3175"/>
                    <a:pt x="46482" y="2032"/>
                    <a:pt x="50546" y="1270"/>
                  </a:cubicBezTo>
                  <a:cubicBezTo>
                    <a:pt x="54610" y="508"/>
                    <a:pt x="58674" y="0"/>
                    <a:pt x="62738" y="0"/>
                  </a:cubicBezTo>
                  <a:lnTo>
                    <a:pt x="5718810" y="0"/>
                  </a:lnTo>
                  <a:cubicBezTo>
                    <a:pt x="5722874" y="0"/>
                    <a:pt x="5727065" y="381"/>
                    <a:pt x="5731002" y="1270"/>
                  </a:cubicBezTo>
                  <a:cubicBezTo>
                    <a:pt x="5734939" y="2159"/>
                    <a:pt x="5739003" y="3302"/>
                    <a:pt x="5742813" y="4826"/>
                  </a:cubicBezTo>
                  <a:cubicBezTo>
                    <a:pt x="5746623" y="6350"/>
                    <a:pt x="5750179" y="8382"/>
                    <a:pt x="5753608" y="10668"/>
                  </a:cubicBezTo>
                  <a:cubicBezTo>
                    <a:pt x="5757037" y="12954"/>
                    <a:pt x="5760212" y="15621"/>
                    <a:pt x="5763133" y="18542"/>
                  </a:cubicBezTo>
                  <a:cubicBezTo>
                    <a:pt x="5766054" y="21463"/>
                    <a:pt x="5768594" y="24638"/>
                    <a:pt x="5770880" y="28067"/>
                  </a:cubicBezTo>
                  <a:cubicBezTo>
                    <a:pt x="5773166" y="31496"/>
                    <a:pt x="5775071" y="35052"/>
                    <a:pt x="5776722" y="38862"/>
                  </a:cubicBezTo>
                  <a:cubicBezTo>
                    <a:pt x="5778373" y="42672"/>
                    <a:pt x="5779516" y="46609"/>
                    <a:pt x="5780278" y="50673"/>
                  </a:cubicBezTo>
                  <a:cubicBezTo>
                    <a:pt x="5781040" y="54737"/>
                    <a:pt x="5781548" y="58801"/>
                    <a:pt x="5781548" y="62865"/>
                  </a:cubicBezTo>
                  <a:lnTo>
                    <a:pt x="5781548" y="1023112"/>
                  </a:lnTo>
                  <a:cubicBezTo>
                    <a:pt x="5781548" y="1027303"/>
                    <a:pt x="5781167" y="1031367"/>
                    <a:pt x="5780278" y="1035304"/>
                  </a:cubicBezTo>
                  <a:cubicBezTo>
                    <a:pt x="5779389" y="1039241"/>
                    <a:pt x="5778246" y="1043305"/>
                    <a:pt x="5776722" y="1047115"/>
                  </a:cubicBezTo>
                  <a:cubicBezTo>
                    <a:pt x="5775198" y="1050925"/>
                    <a:pt x="5773166" y="1054481"/>
                    <a:pt x="5770880" y="1057910"/>
                  </a:cubicBezTo>
                  <a:cubicBezTo>
                    <a:pt x="5768594" y="1061339"/>
                    <a:pt x="5766054" y="1064514"/>
                    <a:pt x="5763133" y="1067435"/>
                  </a:cubicBezTo>
                  <a:cubicBezTo>
                    <a:pt x="5760212" y="1070356"/>
                    <a:pt x="5757037" y="1072896"/>
                    <a:pt x="5753608" y="1075182"/>
                  </a:cubicBezTo>
                  <a:cubicBezTo>
                    <a:pt x="5750179" y="1077468"/>
                    <a:pt x="5746623" y="1079373"/>
                    <a:pt x="5742813" y="1081024"/>
                  </a:cubicBezTo>
                  <a:cubicBezTo>
                    <a:pt x="5739003" y="1082675"/>
                    <a:pt x="5735066" y="1083818"/>
                    <a:pt x="5731002" y="1084580"/>
                  </a:cubicBezTo>
                  <a:cubicBezTo>
                    <a:pt x="5726938" y="1085342"/>
                    <a:pt x="5722874" y="1085850"/>
                    <a:pt x="5718810" y="1085850"/>
                  </a:cubicBezTo>
                  <a:lnTo>
                    <a:pt x="62738" y="1085850"/>
                  </a:lnTo>
                  <a:cubicBezTo>
                    <a:pt x="58547" y="1085850"/>
                    <a:pt x="54483" y="1085469"/>
                    <a:pt x="50546" y="1084580"/>
                  </a:cubicBezTo>
                  <a:cubicBezTo>
                    <a:pt x="46609" y="1083691"/>
                    <a:pt x="42545" y="1082548"/>
                    <a:pt x="38735" y="1081024"/>
                  </a:cubicBezTo>
                  <a:cubicBezTo>
                    <a:pt x="34925" y="1079500"/>
                    <a:pt x="31369" y="1077468"/>
                    <a:pt x="27940" y="1075182"/>
                  </a:cubicBezTo>
                  <a:cubicBezTo>
                    <a:pt x="24511" y="1072896"/>
                    <a:pt x="21336" y="1070356"/>
                    <a:pt x="18415" y="1067435"/>
                  </a:cubicBezTo>
                  <a:cubicBezTo>
                    <a:pt x="15494" y="1064514"/>
                    <a:pt x="12954" y="1061339"/>
                    <a:pt x="10668" y="1057910"/>
                  </a:cubicBezTo>
                  <a:cubicBezTo>
                    <a:pt x="8382" y="1054481"/>
                    <a:pt x="6477" y="1050925"/>
                    <a:pt x="4826" y="1047115"/>
                  </a:cubicBezTo>
                  <a:cubicBezTo>
                    <a:pt x="3175" y="1043305"/>
                    <a:pt x="2032" y="1039368"/>
                    <a:pt x="1270" y="1035304"/>
                  </a:cubicBezTo>
                  <a:cubicBezTo>
                    <a:pt x="508" y="1031240"/>
                    <a:pt x="0" y="1027176"/>
                    <a:pt x="0" y="1023112"/>
                  </a:cubicBezTo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5791073" cy="1095375"/>
            </a:xfrm>
            <a:custGeom>
              <a:avLst/>
              <a:gdLst/>
              <a:ahLst/>
              <a:cxnLst/>
              <a:rect r="r" b="b" t="t" l="l"/>
              <a:pathLst>
                <a:path h="1095375" w="5791073">
                  <a:moveTo>
                    <a:pt x="0" y="1027811"/>
                  </a:moveTo>
                  <a:lnTo>
                    <a:pt x="0" y="67564"/>
                  </a:lnTo>
                  <a:lnTo>
                    <a:pt x="4826" y="67564"/>
                  </a:lnTo>
                  <a:lnTo>
                    <a:pt x="0" y="67564"/>
                  </a:lnTo>
                  <a:cubicBezTo>
                    <a:pt x="0" y="63119"/>
                    <a:pt x="381" y="58674"/>
                    <a:pt x="1270" y="54356"/>
                  </a:cubicBezTo>
                  <a:cubicBezTo>
                    <a:pt x="2159" y="50038"/>
                    <a:pt x="3429" y="45720"/>
                    <a:pt x="5080" y="41656"/>
                  </a:cubicBezTo>
                  <a:cubicBezTo>
                    <a:pt x="6731" y="37592"/>
                    <a:pt x="8890" y="33655"/>
                    <a:pt x="11303" y="29972"/>
                  </a:cubicBezTo>
                  <a:cubicBezTo>
                    <a:pt x="13716" y="26289"/>
                    <a:pt x="16637" y="22860"/>
                    <a:pt x="19685" y="19812"/>
                  </a:cubicBezTo>
                  <a:cubicBezTo>
                    <a:pt x="22860" y="16637"/>
                    <a:pt x="26162" y="13843"/>
                    <a:pt x="29845" y="11430"/>
                  </a:cubicBezTo>
                  <a:cubicBezTo>
                    <a:pt x="33528" y="9017"/>
                    <a:pt x="37465" y="6858"/>
                    <a:pt x="41529" y="5207"/>
                  </a:cubicBezTo>
                  <a:cubicBezTo>
                    <a:pt x="45593" y="3556"/>
                    <a:pt x="49784" y="2286"/>
                    <a:pt x="54229" y="1397"/>
                  </a:cubicBezTo>
                  <a:lnTo>
                    <a:pt x="55118" y="6096"/>
                  </a:lnTo>
                  <a:lnTo>
                    <a:pt x="54229" y="1397"/>
                  </a:lnTo>
                  <a:cubicBezTo>
                    <a:pt x="58547" y="508"/>
                    <a:pt x="62992" y="127"/>
                    <a:pt x="67437" y="127"/>
                  </a:cubicBezTo>
                  <a:lnTo>
                    <a:pt x="67437" y="4953"/>
                  </a:lnTo>
                  <a:lnTo>
                    <a:pt x="67437" y="0"/>
                  </a:lnTo>
                  <a:lnTo>
                    <a:pt x="5723636" y="0"/>
                  </a:lnTo>
                  <a:lnTo>
                    <a:pt x="5723636" y="4826"/>
                  </a:lnTo>
                  <a:lnTo>
                    <a:pt x="5723636" y="0"/>
                  </a:lnTo>
                  <a:cubicBezTo>
                    <a:pt x="5728081" y="0"/>
                    <a:pt x="5732526" y="381"/>
                    <a:pt x="5736844" y="1270"/>
                  </a:cubicBezTo>
                  <a:lnTo>
                    <a:pt x="5735955" y="5969"/>
                  </a:lnTo>
                  <a:lnTo>
                    <a:pt x="5736844" y="1270"/>
                  </a:lnTo>
                  <a:cubicBezTo>
                    <a:pt x="5741162" y="2159"/>
                    <a:pt x="5745353" y="3429"/>
                    <a:pt x="5749544" y="5080"/>
                  </a:cubicBezTo>
                  <a:cubicBezTo>
                    <a:pt x="5753608" y="6731"/>
                    <a:pt x="5757545" y="8890"/>
                    <a:pt x="5761228" y="11303"/>
                  </a:cubicBezTo>
                  <a:cubicBezTo>
                    <a:pt x="5764911" y="13716"/>
                    <a:pt x="5768340" y="16637"/>
                    <a:pt x="5771388" y="19685"/>
                  </a:cubicBezTo>
                  <a:cubicBezTo>
                    <a:pt x="5774563" y="22860"/>
                    <a:pt x="5777357" y="26162"/>
                    <a:pt x="5779770" y="29972"/>
                  </a:cubicBezTo>
                  <a:lnTo>
                    <a:pt x="5775833" y="32639"/>
                  </a:lnTo>
                  <a:lnTo>
                    <a:pt x="5779770" y="29972"/>
                  </a:lnTo>
                  <a:cubicBezTo>
                    <a:pt x="5782183" y="33655"/>
                    <a:pt x="5784342" y="37592"/>
                    <a:pt x="5785993" y="41656"/>
                  </a:cubicBezTo>
                  <a:cubicBezTo>
                    <a:pt x="5787644" y="45720"/>
                    <a:pt x="5788914" y="49911"/>
                    <a:pt x="5789803" y="54356"/>
                  </a:cubicBezTo>
                  <a:lnTo>
                    <a:pt x="5785104" y="55245"/>
                  </a:lnTo>
                  <a:lnTo>
                    <a:pt x="5789803" y="54356"/>
                  </a:lnTo>
                  <a:cubicBezTo>
                    <a:pt x="5790692" y="58674"/>
                    <a:pt x="5791073" y="63119"/>
                    <a:pt x="5791073" y="67564"/>
                  </a:cubicBezTo>
                  <a:lnTo>
                    <a:pt x="5786247" y="67564"/>
                  </a:lnTo>
                  <a:lnTo>
                    <a:pt x="5791073" y="67564"/>
                  </a:lnTo>
                  <a:lnTo>
                    <a:pt x="5791073" y="1027811"/>
                  </a:lnTo>
                  <a:lnTo>
                    <a:pt x="5786247" y="1027811"/>
                  </a:lnTo>
                  <a:lnTo>
                    <a:pt x="5791073" y="1027811"/>
                  </a:lnTo>
                  <a:cubicBezTo>
                    <a:pt x="5791073" y="1032256"/>
                    <a:pt x="5790692" y="1036701"/>
                    <a:pt x="5789803" y="1041019"/>
                  </a:cubicBezTo>
                  <a:lnTo>
                    <a:pt x="5785104" y="1040130"/>
                  </a:lnTo>
                  <a:lnTo>
                    <a:pt x="5789803" y="1041019"/>
                  </a:lnTo>
                  <a:cubicBezTo>
                    <a:pt x="5788914" y="1045337"/>
                    <a:pt x="5787644" y="1049655"/>
                    <a:pt x="5785993" y="1053719"/>
                  </a:cubicBezTo>
                  <a:lnTo>
                    <a:pt x="5781548" y="1051941"/>
                  </a:lnTo>
                  <a:lnTo>
                    <a:pt x="5785993" y="1053719"/>
                  </a:lnTo>
                  <a:cubicBezTo>
                    <a:pt x="5784342" y="1057783"/>
                    <a:pt x="5782183" y="1061720"/>
                    <a:pt x="5779770" y="1065403"/>
                  </a:cubicBezTo>
                  <a:lnTo>
                    <a:pt x="5775833" y="1062736"/>
                  </a:lnTo>
                  <a:lnTo>
                    <a:pt x="5779770" y="1065403"/>
                  </a:lnTo>
                  <a:cubicBezTo>
                    <a:pt x="5777357" y="1069086"/>
                    <a:pt x="5774563" y="1072515"/>
                    <a:pt x="5771388" y="1075690"/>
                  </a:cubicBezTo>
                  <a:cubicBezTo>
                    <a:pt x="5768213" y="1078865"/>
                    <a:pt x="5764911" y="1081659"/>
                    <a:pt x="5761101" y="1084072"/>
                  </a:cubicBezTo>
                  <a:lnTo>
                    <a:pt x="5758434" y="1080135"/>
                  </a:lnTo>
                  <a:lnTo>
                    <a:pt x="5761101" y="1084072"/>
                  </a:lnTo>
                  <a:cubicBezTo>
                    <a:pt x="5757418" y="1086485"/>
                    <a:pt x="5753481" y="1088644"/>
                    <a:pt x="5749417" y="1090295"/>
                  </a:cubicBezTo>
                  <a:lnTo>
                    <a:pt x="5747639" y="1085850"/>
                  </a:lnTo>
                  <a:lnTo>
                    <a:pt x="5749417" y="1090295"/>
                  </a:lnTo>
                  <a:cubicBezTo>
                    <a:pt x="5745353" y="1091946"/>
                    <a:pt x="5741162" y="1093216"/>
                    <a:pt x="5736717" y="1094105"/>
                  </a:cubicBezTo>
                  <a:cubicBezTo>
                    <a:pt x="5732399" y="1094994"/>
                    <a:pt x="5727954" y="1095375"/>
                    <a:pt x="5723509" y="1095375"/>
                  </a:cubicBezTo>
                  <a:lnTo>
                    <a:pt x="5723509" y="1090549"/>
                  </a:lnTo>
                  <a:lnTo>
                    <a:pt x="5723509" y="1095375"/>
                  </a:lnTo>
                  <a:lnTo>
                    <a:pt x="67564" y="1095375"/>
                  </a:lnTo>
                  <a:lnTo>
                    <a:pt x="67564" y="1090549"/>
                  </a:lnTo>
                  <a:lnTo>
                    <a:pt x="67564" y="1095375"/>
                  </a:lnTo>
                  <a:cubicBezTo>
                    <a:pt x="63119" y="1095375"/>
                    <a:pt x="58674" y="1094994"/>
                    <a:pt x="54356" y="1094105"/>
                  </a:cubicBezTo>
                  <a:cubicBezTo>
                    <a:pt x="50038" y="1093216"/>
                    <a:pt x="45720" y="1091946"/>
                    <a:pt x="41656" y="1090295"/>
                  </a:cubicBezTo>
                  <a:lnTo>
                    <a:pt x="43434" y="1085850"/>
                  </a:lnTo>
                  <a:lnTo>
                    <a:pt x="41656" y="1090295"/>
                  </a:lnTo>
                  <a:cubicBezTo>
                    <a:pt x="37592" y="1088644"/>
                    <a:pt x="33655" y="1086485"/>
                    <a:pt x="29972" y="1084072"/>
                  </a:cubicBezTo>
                  <a:lnTo>
                    <a:pt x="32639" y="1080135"/>
                  </a:lnTo>
                  <a:lnTo>
                    <a:pt x="29972" y="1084072"/>
                  </a:lnTo>
                  <a:cubicBezTo>
                    <a:pt x="26289" y="1081659"/>
                    <a:pt x="22860" y="1078865"/>
                    <a:pt x="19685" y="1075690"/>
                  </a:cubicBezTo>
                  <a:cubicBezTo>
                    <a:pt x="16510" y="1072515"/>
                    <a:pt x="13716" y="1069213"/>
                    <a:pt x="11303" y="1065530"/>
                  </a:cubicBezTo>
                  <a:cubicBezTo>
                    <a:pt x="8890" y="1061847"/>
                    <a:pt x="6731" y="1057910"/>
                    <a:pt x="5080" y="1053846"/>
                  </a:cubicBezTo>
                  <a:lnTo>
                    <a:pt x="9525" y="1052068"/>
                  </a:lnTo>
                  <a:lnTo>
                    <a:pt x="5080" y="1053846"/>
                  </a:lnTo>
                  <a:cubicBezTo>
                    <a:pt x="3429" y="1049782"/>
                    <a:pt x="2159" y="1045591"/>
                    <a:pt x="1270" y="1041146"/>
                  </a:cubicBezTo>
                  <a:cubicBezTo>
                    <a:pt x="381" y="1036828"/>
                    <a:pt x="0" y="1032383"/>
                    <a:pt x="0" y="1027938"/>
                  </a:cubicBezTo>
                  <a:lnTo>
                    <a:pt x="4826" y="1027938"/>
                  </a:lnTo>
                  <a:lnTo>
                    <a:pt x="0" y="1027938"/>
                  </a:lnTo>
                  <a:moveTo>
                    <a:pt x="9525" y="1027938"/>
                  </a:moveTo>
                  <a:cubicBezTo>
                    <a:pt x="9525" y="1031748"/>
                    <a:pt x="9906" y="1035558"/>
                    <a:pt x="10668" y="1039241"/>
                  </a:cubicBezTo>
                  <a:lnTo>
                    <a:pt x="5969" y="1040130"/>
                  </a:lnTo>
                  <a:lnTo>
                    <a:pt x="10668" y="1039241"/>
                  </a:lnTo>
                  <a:cubicBezTo>
                    <a:pt x="11430" y="1042924"/>
                    <a:pt x="12446" y="1046607"/>
                    <a:pt x="13970" y="1050163"/>
                  </a:cubicBezTo>
                  <a:cubicBezTo>
                    <a:pt x="15367" y="1053719"/>
                    <a:pt x="17145" y="1057021"/>
                    <a:pt x="19304" y="1060196"/>
                  </a:cubicBezTo>
                  <a:lnTo>
                    <a:pt x="15367" y="1062863"/>
                  </a:lnTo>
                  <a:lnTo>
                    <a:pt x="19304" y="1060196"/>
                  </a:lnTo>
                  <a:cubicBezTo>
                    <a:pt x="21463" y="1063371"/>
                    <a:pt x="23876" y="1066292"/>
                    <a:pt x="26543" y="1068959"/>
                  </a:cubicBezTo>
                  <a:lnTo>
                    <a:pt x="23114" y="1072261"/>
                  </a:lnTo>
                  <a:lnTo>
                    <a:pt x="26416" y="1068832"/>
                  </a:lnTo>
                  <a:cubicBezTo>
                    <a:pt x="29083" y="1071499"/>
                    <a:pt x="32004" y="1073912"/>
                    <a:pt x="35179" y="1076071"/>
                  </a:cubicBezTo>
                  <a:cubicBezTo>
                    <a:pt x="38354" y="1078230"/>
                    <a:pt x="41656" y="1080008"/>
                    <a:pt x="45212" y="1081405"/>
                  </a:cubicBezTo>
                  <a:cubicBezTo>
                    <a:pt x="48768" y="1082802"/>
                    <a:pt x="52324" y="1083945"/>
                    <a:pt x="56134" y="1084707"/>
                  </a:cubicBezTo>
                  <a:lnTo>
                    <a:pt x="55245" y="1089406"/>
                  </a:lnTo>
                  <a:lnTo>
                    <a:pt x="56134" y="1084707"/>
                  </a:lnTo>
                  <a:cubicBezTo>
                    <a:pt x="59817" y="1085469"/>
                    <a:pt x="63627" y="1085850"/>
                    <a:pt x="67437" y="1085850"/>
                  </a:cubicBezTo>
                  <a:lnTo>
                    <a:pt x="5723636" y="1085850"/>
                  </a:lnTo>
                  <a:cubicBezTo>
                    <a:pt x="5727446" y="1085850"/>
                    <a:pt x="5731256" y="1085469"/>
                    <a:pt x="5734939" y="1084707"/>
                  </a:cubicBezTo>
                  <a:lnTo>
                    <a:pt x="5735828" y="1089406"/>
                  </a:lnTo>
                  <a:lnTo>
                    <a:pt x="5734939" y="1084707"/>
                  </a:lnTo>
                  <a:cubicBezTo>
                    <a:pt x="5738622" y="1083945"/>
                    <a:pt x="5742305" y="1082929"/>
                    <a:pt x="5745861" y="1081405"/>
                  </a:cubicBezTo>
                  <a:cubicBezTo>
                    <a:pt x="5749417" y="1079881"/>
                    <a:pt x="5752719" y="1078230"/>
                    <a:pt x="5755894" y="1076071"/>
                  </a:cubicBezTo>
                  <a:cubicBezTo>
                    <a:pt x="5759069" y="1073912"/>
                    <a:pt x="5761990" y="1071499"/>
                    <a:pt x="5764657" y="1068832"/>
                  </a:cubicBezTo>
                  <a:lnTo>
                    <a:pt x="5767959" y="1072261"/>
                  </a:lnTo>
                  <a:lnTo>
                    <a:pt x="5764530" y="1068959"/>
                  </a:lnTo>
                  <a:cubicBezTo>
                    <a:pt x="5767197" y="1066292"/>
                    <a:pt x="5769610" y="1063371"/>
                    <a:pt x="5771769" y="1060196"/>
                  </a:cubicBezTo>
                  <a:cubicBezTo>
                    <a:pt x="5773928" y="1057021"/>
                    <a:pt x="5775706" y="1053719"/>
                    <a:pt x="5777103" y="1050163"/>
                  </a:cubicBezTo>
                  <a:cubicBezTo>
                    <a:pt x="5778500" y="1046607"/>
                    <a:pt x="5779643" y="1043051"/>
                    <a:pt x="5780405" y="1039241"/>
                  </a:cubicBezTo>
                  <a:cubicBezTo>
                    <a:pt x="5781167" y="1035431"/>
                    <a:pt x="5781548" y="1031748"/>
                    <a:pt x="5781548" y="1027938"/>
                  </a:cubicBezTo>
                  <a:lnTo>
                    <a:pt x="5781548" y="67564"/>
                  </a:lnTo>
                  <a:cubicBezTo>
                    <a:pt x="5781548" y="63754"/>
                    <a:pt x="5781167" y="59944"/>
                    <a:pt x="5780405" y="56261"/>
                  </a:cubicBezTo>
                  <a:cubicBezTo>
                    <a:pt x="5779643" y="52578"/>
                    <a:pt x="5778627" y="48895"/>
                    <a:pt x="5777103" y="45339"/>
                  </a:cubicBezTo>
                  <a:lnTo>
                    <a:pt x="5781548" y="43561"/>
                  </a:lnTo>
                  <a:lnTo>
                    <a:pt x="5777103" y="45339"/>
                  </a:lnTo>
                  <a:cubicBezTo>
                    <a:pt x="5775706" y="41783"/>
                    <a:pt x="5773928" y="38481"/>
                    <a:pt x="5771769" y="35306"/>
                  </a:cubicBezTo>
                  <a:cubicBezTo>
                    <a:pt x="5769610" y="32131"/>
                    <a:pt x="5767197" y="29210"/>
                    <a:pt x="5764530" y="26543"/>
                  </a:cubicBezTo>
                  <a:lnTo>
                    <a:pt x="5767959" y="23241"/>
                  </a:lnTo>
                  <a:lnTo>
                    <a:pt x="5764657" y="26670"/>
                  </a:lnTo>
                  <a:cubicBezTo>
                    <a:pt x="5761990" y="24003"/>
                    <a:pt x="5759069" y="21590"/>
                    <a:pt x="5755894" y="19431"/>
                  </a:cubicBezTo>
                  <a:lnTo>
                    <a:pt x="5758561" y="15494"/>
                  </a:lnTo>
                  <a:lnTo>
                    <a:pt x="5755894" y="19431"/>
                  </a:lnTo>
                  <a:cubicBezTo>
                    <a:pt x="5752719" y="17272"/>
                    <a:pt x="5749417" y="15494"/>
                    <a:pt x="5745861" y="14097"/>
                  </a:cubicBezTo>
                  <a:lnTo>
                    <a:pt x="5747639" y="9652"/>
                  </a:lnTo>
                  <a:lnTo>
                    <a:pt x="5745861" y="14097"/>
                  </a:lnTo>
                  <a:cubicBezTo>
                    <a:pt x="5742305" y="12700"/>
                    <a:pt x="5738749" y="11557"/>
                    <a:pt x="5734939" y="10795"/>
                  </a:cubicBezTo>
                  <a:cubicBezTo>
                    <a:pt x="5731256" y="10033"/>
                    <a:pt x="5727446" y="9652"/>
                    <a:pt x="5723636" y="9652"/>
                  </a:cubicBezTo>
                  <a:lnTo>
                    <a:pt x="67564" y="9652"/>
                  </a:lnTo>
                  <a:cubicBezTo>
                    <a:pt x="63754" y="9652"/>
                    <a:pt x="59944" y="10033"/>
                    <a:pt x="56261" y="10795"/>
                  </a:cubicBezTo>
                  <a:cubicBezTo>
                    <a:pt x="52578" y="11557"/>
                    <a:pt x="48895" y="12573"/>
                    <a:pt x="45339" y="14097"/>
                  </a:cubicBezTo>
                  <a:lnTo>
                    <a:pt x="43561" y="9652"/>
                  </a:lnTo>
                  <a:lnTo>
                    <a:pt x="45339" y="14097"/>
                  </a:lnTo>
                  <a:cubicBezTo>
                    <a:pt x="41783" y="15494"/>
                    <a:pt x="38481" y="17272"/>
                    <a:pt x="35306" y="19431"/>
                  </a:cubicBezTo>
                  <a:lnTo>
                    <a:pt x="32639" y="15494"/>
                  </a:lnTo>
                  <a:lnTo>
                    <a:pt x="35306" y="19431"/>
                  </a:lnTo>
                  <a:cubicBezTo>
                    <a:pt x="32131" y="21590"/>
                    <a:pt x="29210" y="24003"/>
                    <a:pt x="26543" y="26670"/>
                  </a:cubicBezTo>
                  <a:lnTo>
                    <a:pt x="23241" y="23241"/>
                  </a:lnTo>
                  <a:lnTo>
                    <a:pt x="26670" y="26543"/>
                  </a:lnTo>
                  <a:cubicBezTo>
                    <a:pt x="24003" y="29210"/>
                    <a:pt x="21590" y="32131"/>
                    <a:pt x="19431" y="35306"/>
                  </a:cubicBezTo>
                  <a:lnTo>
                    <a:pt x="15494" y="32639"/>
                  </a:lnTo>
                  <a:lnTo>
                    <a:pt x="19431" y="35306"/>
                  </a:lnTo>
                  <a:cubicBezTo>
                    <a:pt x="17272" y="38481"/>
                    <a:pt x="15494" y="41783"/>
                    <a:pt x="14097" y="45339"/>
                  </a:cubicBezTo>
                  <a:lnTo>
                    <a:pt x="9652" y="43561"/>
                  </a:lnTo>
                  <a:lnTo>
                    <a:pt x="14097" y="45339"/>
                  </a:lnTo>
                  <a:cubicBezTo>
                    <a:pt x="12700" y="48895"/>
                    <a:pt x="11557" y="52451"/>
                    <a:pt x="10795" y="56261"/>
                  </a:cubicBezTo>
                  <a:lnTo>
                    <a:pt x="6096" y="55372"/>
                  </a:lnTo>
                  <a:lnTo>
                    <a:pt x="10795" y="56261"/>
                  </a:lnTo>
                  <a:cubicBezTo>
                    <a:pt x="10033" y="59944"/>
                    <a:pt x="9652" y="63754"/>
                    <a:pt x="9652" y="67564"/>
                  </a:cubicBezTo>
                  <a:lnTo>
                    <a:pt x="9652" y="1027811"/>
                  </a:ln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99022" y="3028939"/>
            <a:ext cx="5918197" cy="1222372"/>
            <a:chOff x="0" y="0"/>
            <a:chExt cx="5918200" cy="12223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8326" y="68326"/>
              <a:ext cx="5781548" cy="1085723"/>
            </a:xfrm>
            <a:custGeom>
              <a:avLst/>
              <a:gdLst/>
              <a:ahLst/>
              <a:cxnLst/>
              <a:rect r="r" b="b" t="t" l="l"/>
              <a:pathLst>
                <a:path h="1085723" w="5781548">
                  <a:moveTo>
                    <a:pt x="0" y="1022985"/>
                  </a:moveTo>
                  <a:lnTo>
                    <a:pt x="0" y="62738"/>
                  </a:lnTo>
                  <a:cubicBezTo>
                    <a:pt x="0" y="58674"/>
                    <a:pt x="381" y="54483"/>
                    <a:pt x="1270" y="50546"/>
                  </a:cubicBezTo>
                  <a:cubicBezTo>
                    <a:pt x="2159" y="46609"/>
                    <a:pt x="3302" y="42545"/>
                    <a:pt x="4826" y="38735"/>
                  </a:cubicBezTo>
                  <a:cubicBezTo>
                    <a:pt x="6350" y="34925"/>
                    <a:pt x="8382" y="31369"/>
                    <a:pt x="10668" y="27940"/>
                  </a:cubicBezTo>
                  <a:cubicBezTo>
                    <a:pt x="12954" y="24511"/>
                    <a:pt x="15621" y="21336"/>
                    <a:pt x="18415" y="18415"/>
                  </a:cubicBezTo>
                  <a:cubicBezTo>
                    <a:pt x="21209" y="15494"/>
                    <a:pt x="24511" y="12954"/>
                    <a:pt x="27940" y="10668"/>
                  </a:cubicBezTo>
                  <a:cubicBezTo>
                    <a:pt x="31369" y="8382"/>
                    <a:pt x="34925" y="6477"/>
                    <a:pt x="38735" y="4826"/>
                  </a:cubicBezTo>
                  <a:cubicBezTo>
                    <a:pt x="42545" y="3175"/>
                    <a:pt x="46482" y="2032"/>
                    <a:pt x="50546" y="1270"/>
                  </a:cubicBezTo>
                  <a:cubicBezTo>
                    <a:pt x="54610" y="508"/>
                    <a:pt x="58674" y="0"/>
                    <a:pt x="62738" y="0"/>
                  </a:cubicBezTo>
                  <a:lnTo>
                    <a:pt x="5718810" y="0"/>
                  </a:lnTo>
                  <a:cubicBezTo>
                    <a:pt x="5722874" y="0"/>
                    <a:pt x="5727065" y="381"/>
                    <a:pt x="5731002" y="1270"/>
                  </a:cubicBezTo>
                  <a:cubicBezTo>
                    <a:pt x="5734939" y="2159"/>
                    <a:pt x="5739003" y="3302"/>
                    <a:pt x="5742813" y="4826"/>
                  </a:cubicBezTo>
                  <a:cubicBezTo>
                    <a:pt x="5746623" y="6350"/>
                    <a:pt x="5750179" y="8382"/>
                    <a:pt x="5753608" y="10668"/>
                  </a:cubicBezTo>
                  <a:cubicBezTo>
                    <a:pt x="5757037" y="12954"/>
                    <a:pt x="5760212" y="15621"/>
                    <a:pt x="5763133" y="18415"/>
                  </a:cubicBezTo>
                  <a:cubicBezTo>
                    <a:pt x="5766054" y="21209"/>
                    <a:pt x="5768594" y="24511"/>
                    <a:pt x="5770880" y="27940"/>
                  </a:cubicBezTo>
                  <a:cubicBezTo>
                    <a:pt x="5773166" y="31369"/>
                    <a:pt x="5775071" y="34925"/>
                    <a:pt x="5776722" y="38735"/>
                  </a:cubicBezTo>
                  <a:cubicBezTo>
                    <a:pt x="5778373" y="42545"/>
                    <a:pt x="5779516" y="46482"/>
                    <a:pt x="5780278" y="50546"/>
                  </a:cubicBezTo>
                  <a:cubicBezTo>
                    <a:pt x="5781040" y="54610"/>
                    <a:pt x="5781548" y="58674"/>
                    <a:pt x="5781548" y="62738"/>
                  </a:cubicBezTo>
                  <a:lnTo>
                    <a:pt x="5781548" y="1022985"/>
                  </a:lnTo>
                  <a:cubicBezTo>
                    <a:pt x="5781548" y="1027049"/>
                    <a:pt x="5781167" y="1031240"/>
                    <a:pt x="5780278" y="1035177"/>
                  </a:cubicBezTo>
                  <a:cubicBezTo>
                    <a:pt x="5779389" y="1039114"/>
                    <a:pt x="5778246" y="1043178"/>
                    <a:pt x="5776722" y="1046988"/>
                  </a:cubicBezTo>
                  <a:cubicBezTo>
                    <a:pt x="5775198" y="1050798"/>
                    <a:pt x="5773166" y="1054354"/>
                    <a:pt x="5770880" y="1057783"/>
                  </a:cubicBezTo>
                  <a:cubicBezTo>
                    <a:pt x="5768594" y="1061212"/>
                    <a:pt x="5766054" y="1064387"/>
                    <a:pt x="5763133" y="1067308"/>
                  </a:cubicBezTo>
                  <a:cubicBezTo>
                    <a:pt x="5760212" y="1070229"/>
                    <a:pt x="5757037" y="1072769"/>
                    <a:pt x="5753608" y="1075055"/>
                  </a:cubicBezTo>
                  <a:cubicBezTo>
                    <a:pt x="5750179" y="1077341"/>
                    <a:pt x="5746623" y="1079246"/>
                    <a:pt x="5742813" y="1080897"/>
                  </a:cubicBezTo>
                  <a:cubicBezTo>
                    <a:pt x="5739003" y="1082548"/>
                    <a:pt x="5735066" y="1083691"/>
                    <a:pt x="5731002" y="1084453"/>
                  </a:cubicBezTo>
                  <a:cubicBezTo>
                    <a:pt x="5726938" y="1085215"/>
                    <a:pt x="5722874" y="1085723"/>
                    <a:pt x="5718810" y="1085723"/>
                  </a:cubicBezTo>
                  <a:lnTo>
                    <a:pt x="62738" y="1085723"/>
                  </a:lnTo>
                  <a:cubicBezTo>
                    <a:pt x="58547" y="1085723"/>
                    <a:pt x="54483" y="1085342"/>
                    <a:pt x="50546" y="1084453"/>
                  </a:cubicBezTo>
                  <a:cubicBezTo>
                    <a:pt x="46609" y="1083564"/>
                    <a:pt x="42545" y="1082421"/>
                    <a:pt x="38735" y="1080897"/>
                  </a:cubicBezTo>
                  <a:cubicBezTo>
                    <a:pt x="34925" y="1079373"/>
                    <a:pt x="31369" y="1077341"/>
                    <a:pt x="27940" y="1075055"/>
                  </a:cubicBezTo>
                  <a:cubicBezTo>
                    <a:pt x="24511" y="1072769"/>
                    <a:pt x="21336" y="1070229"/>
                    <a:pt x="18415" y="1067308"/>
                  </a:cubicBezTo>
                  <a:cubicBezTo>
                    <a:pt x="15494" y="1064387"/>
                    <a:pt x="12954" y="1061212"/>
                    <a:pt x="10668" y="1057783"/>
                  </a:cubicBezTo>
                  <a:cubicBezTo>
                    <a:pt x="8382" y="1054354"/>
                    <a:pt x="6477" y="1050798"/>
                    <a:pt x="4826" y="1046988"/>
                  </a:cubicBezTo>
                  <a:cubicBezTo>
                    <a:pt x="3175" y="1043178"/>
                    <a:pt x="2032" y="1039241"/>
                    <a:pt x="1270" y="1035177"/>
                  </a:cubicBezTo>
                  <a:cubicBezTo>
                    <a:pt x="508" y="1031113"/>
                    <a:pt x="0" y="1027049"/>
                    <a:pt x="0" y="1022985"/>
                  </a:cubicBezTo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5791073" cy="1095375"/>
            </a:xfrm>
            <a:custGeom>
              <a:avLst/>
              <a:gdLst/>
              <a:ahLst/>
              <a:cxnLst/>
              <a:rect r="r" b="b" t="t" l="l"/>
              <a:pathLst>
                <a:path h="1095375" w="5791073">
                  <a:moveTo>
                    <a:pt x="0" y="1027811"/>
                  </a:moveTo>
                  <a:lnTo>
                    <a:pt x="0" y="67564"/>
                  </a:lnTo>
                  <a:lnTo>
                    <a:pt x="4826" y="67564"/>
                  </a:lnTo>
                  <a:lnTo>
                    <a:pt x="0" y="67564"/>
                  </a:lnTo>
                  <a:cubicBezTo>
                    <a:pt x="0" y="63119"/>
                    <a:pt x="381" y="58674"/>
                    <a:pt x="1270" y="54356"/>
                  </a:cubicBezTo>
                  <a:cubicBezTo>
                    <a:pt x="2159" y="50038"/>
                    <a:pt x="3429" y="45847"/>
                    <a:pt x="5080" y="41656"/>
                  </a:cubicBezTo>
                  <a:cubicBezTo>
                    <a:pt x="6731" y="37592"/>
                    <a:pt x="8890" y="33655"/>
                    <a:pt x="11303" y="29972"/>
                  </a:cubicBezTo>
                  <a:cubicBezTo>
                    <a:pt x="13716" y="26289"/>
                    <a:pt x="16637" y="22860"/>
                    <a:pt x="19685" y="19812"/>
                  </a:cubicBezTo>
                  <a:cubicBezTo>
                    <a:pt x="22860" y="16637"/>
                    <a:pt x="26162" y="13843"/>
                    <a:pt x="29845" y="11430"/>
                  </a:cubicBezTo>
                  <a:cubicBezTo>
                    <a:pt x="33528" y="9017"/>
                    <a:pt x="37465" y="6858"/>
                    <a:pt x="41529" y="5207"/>
                  </a:cubicBezTo>
                  <a:lnTo>
                    <a:pt x="43307" y="9652"/>
                  </a:lnTo>
                  <a:lnTo>
                    <a:pt x="41529" y="5207"/>
                  </a:lnTo>
                  <a:cubicBezTo>
                    <a:pt x="45593" y="3556"/>
                    <a:pt x="49784" y="2286"/>
                    <a:pt x="54229" y="1397"/>
                  </a:cubicBezTo>
                  <a:lnTo>
                    <a:pt x="55118" y="6096"/>
                  </a:lnTo>
                  <a:lnTo>
                    <a:pt x="54229" y="1397"/>
                  </a:lnTo>
                  <a:cubicBezTo>
                    <a:pt x="58547" y="508"/>
                    <a:pt x="62992" y="127"/>
                    <a:pt x="67437" y="127"/>
                  </a:cubicBezTo>
                  <a:lnTo>
                    <a:pt x="67437" y="4953"/>
                  </a:lnTo>
                  <a:lnTo>
                    <a:pt x="67437" y="0"/>
                  </a:lnTo>
                  <a:lnTo>
                    <a:pt x="5723636" y="0"/>
                  </a:lnTo>
                  <a:lnTo>
                    <a:pt x="5723636" y="4826"/>
                  </a:lnTo>
                  <a:lnTo>
                    <a:pt x="5723636" y="0"/>
                  </a:lnTo>
                  <a:cubicBezTo>
                    <a:pt x="5728081" y="0"/>
                    <a:pt x="5732526" y="381"/>
                    <a:pt x="5736844" y="1270"/>
                  </a:cubicBezTo>
                  <a:cubicBezTo>
                    <a:pt x="5741162" y="2159"/>
                    <a:pt x="5745353" y="3429"/>
                    <a:pt x="5749544" y="5080"/>
                  </a:cubicBezTo>
                  <a:lnTo>
                    <a:pt x="5747766" y="9525"/>
                  </a:lnTo>
                  <a:lnTo>
                    <a:pt x="5749544" y="5080"/>
                  </a:lnTo>
                  <a:cubicBezTo>
                    <a:pt x="5753608" y="6731"/>
                    <a:pt x="5757545" y="8890"/>
                    <a:pt x="5761228" y="11303"/>
                  </a:cubicBezTo>
                  <a:cubicBezTo>
                    <a:pt x="5764911" y="13716"/>
                    <a:pt x="5768340" y="16637"/>
                    <a:pt x="5771388" y="19685"/>
                  </a:cubicBezTo>
                  <a:cubicBezTo>
                    <a:pt x="5774563" y="22860"/>
                    <a:pt x="5777357" y="26162"/>
                    <a:pt x="5779770" y="29972"/>
                  </a:cubicBezTo>
                  <a:lnTo>
                    <a:pt x="5775833" y="32639"/>
                  </a:lnTo>
                  <a:lnTo>
                    <a:pt x="5779770" y="29972"/>
                  </a:lnTo>
                  <a:cubicBezTo>
                    <a:pt x="5782183" y="33655"/>
                    <a:pt x="5784342" y="37592"/>
                    <a:pt x="5785993" y="41656"/>
                  </a:cubicBezTo>
                  <a:cubicBezTo>
                    <a:pt x="5787644" y="45720"/>
                    <a:pt x="5788914" y="49911"/>
                    <a:pt x="5789803" y="54356"/>
                  </a:cubicBezTo>
                  <a:lnTo>
                    <a:pt x="5785104" y="55245"/>
                  </a:lnTo>
                  <a:lnTo>
                    <a:pt x="5789803" y="54356"/>
                  </a:lnTo>
                  <a:cubicBezTo>
                    <a:pt x="5790692" y="58674"/>
                    <a:pt x="5791073" y="63119"/>
                    <a:pt x="5791073" y="67564"/>
                  </a:cubicBezTo>
                  <a:lnTo>
                    <a:pt x="5786247" y="67564"/>
                  </a:lnTo>
                  <a:lnTo>
                    <a:pt x="5791073" y="67564"/>
                  </a:lnTo>
                  <a:lnTo>
                    <a:pt x="5791073" y="1027811"/>
                  </a:lnTo>
                  <a:lnTo>
                    <a:pt x="5786247" y="1027811"/>
                  </a:lnTo>
                  <a:lnTo>
                    <a:pt x="5791073" y="1027811"/>
                  </a:lnTo>
                  <a:cubicBezTo>
                    <a:pt x="5791073" y="1032256"/>
                    <a:pt x="5790692" y="1036701"/>
                    <a:pt x="5789803" y="1041019"/>
                  </a:cubicBezTo>
                  <a:lnTo>
                    <a:pt x="5785104" y="1040130"/>
                  </a:lnTo>
                  <a:lnTo>
                    <a:pt x="5789803" y="1041019"/>
                  </a:lnTo>
                  <a:cubicBezTo>
                    <a:pt x="5788914" y="1045337"/>
                    <a:pt x="5787644" y="1049655"/>
                    <a:pt x="5785993" y="1053719"/>
                  </a:cubicBezTo>
                  <a:lnTo>
                    <a:pt x="5781548" y="1051941"/>
                  </a:lnTo>
                  <a:lnTo>
                    <a:pt x="5785993" y="1053719"/>
                  </a:lnTo>
                  <a:cubicBezTo>
                    <a:pt x="5784342" y="1057783"/>
                    <a:pt x="5782183" y="1061720"/>
                    <a:pt x="5779770" y="1065403"/>
                  </a:cubicBezTo>
                  <a:lnTo>
                    <a:pt x="5775833" y="1062736"/>
                  </a:lnTo>
                  <a:lnTo>
                    <a:pt x="5779770" y="1065403"/>
                  </a:lnTo>
                  <a:cubicBezTo>
                    <a:pt x="5777357" y="1069086"/>
                    <a:pt x="5774563" y="1072515"/>
                    <a:pt x="5771388" y="1075690"/>
                  </a:cubicBezTo>
                  <a:cubicBezTo>
                    <a:pt x="5768213" y="1078865"/>
                    <a:pt x="5764911" y="1081659"/>
                    <a:pt x="5761101" y="1084072"/>
                  </a:cubicBezTo>
                  <a:lnTo>
                    <a:pt x="5758434" y="1080135"/>
                  </a:lnTo>
                  <a:lnTo>
                    <a:pt x="5761101" y="1084072"/>
                  </a:lnTo>
                  <a:cubicBezTo>
                    <a:pt x="5757418" y="1086485"/>
                    <a:pt x="5753481" y="1088644"/>
                    <a:pt x="5749417" y="1090295"/>
                  </a:cubicBezTo>
                  <a:lnTo>
                    <a:pt x="5747639" y="1085850"/>
                  </a:lnTo>
                  <a:lnTo>
                    <a:pt x="5749417" y="1090295"/>
                  </a:lnTo>
                  <a:cubicBezTo>
                    <a:pt x="5745353" y="1091946"/>
                    <a:pt x="5741162" y="1093216"/>
                    <a:pt x="5736717" y="1094105"/>
                  </a:cubicBezTo>
                  <a:cubicBezTo>
                    <a:pt x="5732399" y="1094994"/>
                    <a:pt x="5727954" y="1095375"/>
                    <a:pt x="5723509" y="1095375"/>
                  </a:cubicBezTo>
                  <a:lnTo>
                    <a:pt x="5723509" y="1090549"/>
                  </a:lnTo>
                  <a:lnTo>
                    <a:pt x="5723509" y="1095375"/>
                  </a:lnTo>
                  <a:lnTo>
                    <a:pt x="67564" y="1095375"/>
                  </a:lnTo>
                  <a:lnTo>
                    <a:pt x="67564" y="1090549"/>
                  </a:lnTo>
                  <a:lnTo>
                    <a:pt x="67564" y="1095375"/>
                  </a:lnTo>
                  <a:cubicBezTo>
                    <a:pt x="63119" y="1095375"/>
                    <a:pt x="58674" y="1094994"/>
                    <a:pt x="54356" y="1094105"/>
                  </a:cubicBezTo>
                  <a:cubicBezTo>
                    <a:pt x="50038" y="1093216"/>
                    <a:pt x="45720" y="1091946"/>
                    <a:pt x="41656" y="1090295"/>
                  </a:cubicBezTo>
                  <a:lnTo>
                    <a:pt x="43434" y="1085850"/>
                  </a:lnTo>
                  <a:lnTo>
                    <a:pt x="41656" y="1090295"/>
                  </a:lnTo>
                  <a:cubicBezTo>
                    <a:pt x="37592" y="1088644"/>
                    <a:pt x="33655" y="1086485"/>
                    <a:pt x="29972" y="1084072"/>
                  </a:cubicBezTo>
                  <a:lnTo>
                    <a:pt x="32639" y="1080135"/>
                  </a:lnTo>
                  <a:lnTo>
                    <a:pt x="29972" y="1084072"/>
                  </a:lnTo>
                  <a:cubicBezTo>
                    <a:pt x="26289" y="1081659"/>
                    <a:pt x="22860" y="1078865"/>
                    <a:pt x="19685" y="1075690"/>
                  </a:cubicBezTo>
                  <a:cubicBezTo>
                    <a:pt x="16510" y="1072515"/>
                    <a:pt x="13716" y="1069213"/>
                    <a:pt x="11303" y="1065530"/>
                  </a:cubicBezTo>
                  <a:cubicBezTo>
                    <a:pt x="8890" y="1061847"/>
                    <a:pt x="6731" y="1057910"/>
                    <a:pt x="5080" y="1053846"/>
                  </a:cubicBezTo>
                  <a:lnTo>
                    <a:pt x="9525" y="1052068"/>
                  </a:lnTo>
                  <a:lnTo>
                    <a:pt x="5080" y="1053846"/>
                  </a:lnTo>
                  <a:cubicBezTo>
                    <a:pt x="3429" y="1049782"/>
                    <a:pt x="2159" y="1045591"/>
                    <a:pt x="1270" y="1041146"/>
                  </a:cubicBezTo>
                  <a:cubicBezTo>
                    <a:pt x="381" y="1036828"/>
                    <a:pt x="0" y="1032383"/>
                    <a:pt x="0" y="1027938"/>
                  </a:cubicBezTo>
                  <a:lnTo>
                    <a:pt x="4826" y="1027938"/>
                  </a:lnTo>
                  <a:lnTo>
                    <a:pt x="0" y="1027938"/>
                  </a:lnTo>
                  <a:moveTo>
                    <a:pt x="9525" y="1027938"/>
                  </a:moveTo>
                  <a:cubicBezTo>
                    <a:pt x="9525" y="1031748"/>
                    <a:pt x="9906" y="1035558"/>
                    <a:pt x="10668" y="1039241"/>
                  </a:cubicBezTo>
                  <a:lnTo>
                    <a:pt x="5969" y="1040130"/>
                  </a:lnTo>
                  <a:lnTo>
                    <a:pt x="10668" y="1039241"/>
                  </a:lnTo>
                  <a:cubicBezTo>
                    <a:pt x="11430" y="1042924"/>
                    <a:pt x="12446" y="1046607"/>
                    <a:pt x="13970" y="1050163"/>
                  </a:cubicBezTo>
                  <a:cubicBezTo>
                    <a:pt x="15494" y="1053719"/>
                    <a:pt x="17145" y="1057021"/>
                    <a:pt x="19304" y="1060196"/>
                  </a:cubicBezTo>
                  <a:lnTo>
                    <a:pt x="15367" y="1062863"/>
                  </a:lnTo>
                  <a:lnTo>
                    <a:pt x="19304" y="1060196"/>
                  </a:lnTo>
                  <a:cubicBezTo>
                    <a:pt x="21463" y="1063371"/>
                    <a:pt x="23876" y="1066292"/>
                    <a:pt x="26543" y="1068959"/>
                  </a:cubicBezTo>
                  <a:lnTo>
                    <a:pt x="23114" y="1072261"/>
                  </a:lnTo>
                  <a:lnTo>
                    <a:pt x="26416" y="1068832"/>
                  </a:lnTo>
                  <a:cubicBezTo>
                    <a:pt x="29083" y="1071499"/>
                    <a:pt x="32004" y="1073912"/>
                    <a:pt x="35179" y="1076071"/>
                  </a:cubicBezTo>
                  <a:cubicBezTo>
                    <a:pt x="38354" y="1078230"/>
                    <a:pt x="41656" y="1080008"/>
                    <a:pt x="45212" y="1081405"/>
                  </a:cubicBezTo>
                  <a:cubicBezTo>
                    <a:pt x="48768" y="1082802"/>
                    <a:pt x="52324" y="1083945"/>
                    <a:pt x="56134" y="1084707"/>
                  </a:cubicBezTo>
                  <a:lnTo>
                    <a:pt x="55245" y="1089406"/>
                  </a:lnTo>
                  <a:lnTo>
                    <a:pt x="56134" y="1084707"/>
                  </a:lnTo>
                  <a:cubicBezTo>
                    <a:pt x="59817" y="1085469"/>
                    <a:pt x="63627" y="1085850"/>
                    <a:pt x="67437" y="1085850"/>
                  </a:cubicBezTo>
                  <a:lnTo>
                    <a:pt x="5723636" y="1085850"/>
                  </a:lnTo>
                  <a:cubicBezTo>
                    <a:pt x="5727446" y="1085850"/>
                    <a:pt x="5731256" y="1085469"/>
                    <a:pt x="5734939" y="1084707"/>
                  </a:cubicBezTo>
                  <a:lnTo>
                    <a:pt x="5735828" y="1089406"/>
                  </a:lnTo>
                  <a:lnTo>
                    <a:pt x="5734939" y="1084707"/>
                  </a:lnTo>
                  <a:cubicBezTo>
                    <a:pt x="5738622" y="1083945"/>
                    <a:pt x="5742305" y="1082929"/>
                    <a:pt x="5745861" y="1081405"/>
                  </a:cubicBezTo>
                  <a:cubicBezTo>
                    <a:pt x="5749417" y="1080008"/>
                    <a:pt x="5752719" y="1078230"/>
                    <a:pt x="5755894" y="1076071"/>
                  </a:cubicBezTo>
                  <a:cubicBezTo>
                    <a:pt x="5759069" y="1073912"/>
                    <a:pt x="5761990" y="1071499"/>
                    <a:pt x="5764657" y="1068832"/>
                  </a:cubicBezTo>
                  <a:lnTo>
                    <a:pt x="5767959" y="1072261"/>
                  </a:lnTo>
                  <a:lnTo>
                    <a:pt x="5764530" y="1068959"/>
                  </a:lnTo>
                  <a:cubicBezTo>
                    <a:pt x="5767197" y="1066292"/>
                    <a:pt x="5769610" y="1063371"/>
                    <a:pt x="5771769" y="1060196"/>
                  </a:cubicBezTo>
                  <a:cubicBezTo>
                    <a:pt x="5773928" y="1057021"/>
                    <a:pt x="5775706" y="1053719"/>
                    <a:pt x="5777103" y="1050163"/>
                  </a:cubicBezTo>
                  <a:cubicBezTo>
                    <a:pt x="5778500" y="1046607"/>
                    <a:pt x="5779643" y="1043051"/>
                    <a:pt x="5780405" y="1039241"/>
                  </a:cubicBezTo>
                  <a:cubicBezTo>
                    <a:pt x="5781167" y="1035431"/>
                    <a:pt x="5781548" y="1031748"/>
                    <a:pt x="5781548" y="1027938"/>
                  </a:cubicBezTo>
                  <a:lnTo>
                    <a:pt x="5781548" y="67564"/>
                  </a:lnTo>
                  <a:cubicBezTo>
                    <a:pt x="5781548" y="63754"/>
                    <a:pt x="5781167" y="59944"/>
                    <a:pt x="5780405" y="56261"/>
                  </a:cubicBezTo>
                  <a:cubicBezTo>
                    <a:pt x="5779643" y="52578"/>
                    <a:pt x="5778627" y="48895"/>
                    <a:pt x="5777103" y="45339"/>
                  </a:cubicBezTo>
                  <a:lnTo>
                    <a:pt x="5781548" y="43561"/>
                  </a:lnTo>
                  <a:lnTo>
                    <a:pt x="5777103" y="45339"/>
                  </a:lnTo>
                  <a:cubicBezTo>
                    <a:pt x="5775706" y="41783"/>
                    <a:pt x="5773928" y="38481"/>
                    <a:pt x="5771769" y="35306"/>
                  </a:cubicBezTo>
                  <a:cubicBezTo>
                    <a:pt x="5769610" y="32131"/>
                    <a:pt x="5767197" y="29210"/>
                    <a:pt x="5764530" y="26543"/>
                  </a:cubicBezTo>
                  <a:lnTo>
                    <a:pt x="5767959" y="23241"/>
                  </a:lnTo>
                  <a:lnTo>
                    <a:pt x="5764657" y="26670"/>
                  </a:lnTo>
                  <a:cubicBezTo>
                    <a:pt x="5761990" y="24003"/>
                    <a:pt x="5759069" y="21590"/>
                    <a:pt x="5755894" y="19431"/>
                  </a:cubicBezTo>
                  <a:lnTo>
                    <a:pt x="5758561" y="15494"/>
                  </a:lnTo>
                  <a:lnTo>
                    <a:pt x="5755894" y="19431"/>
                  </a:lnTo>
                  <a:cubicBezTo>
                    <a:pt x="5752719" y="17272"/>
                    <a:pt x="5749417" y="15494"/>
                    <a:pt x="5745861" y="14097"/>
                  </a:cubicBezTo>
                  <a:cubicBezTo>
                    <a:pt x="5742305" y="12700"/>
                    <a:pt x="5738749" y="11557"/>
                    <a:pt x="5734939" y="10795"/>
                  </a:cubicBezTo>
                  <a:lnTo>
                    <a:pt x="5735828" y="6096"/>
                  </a:lnTo>
                  <a:lnTo>
                    <a:pt x="5734939" y="10795"/>
                  </a:lnTo>
                  <a:cubicBezTo>
                    <a:pt x="5731256" y="10033"/>
                    <a:pt x="5727446" y="9652"/>
                    <a:pt x="5723636" y="9652"/>
                  </a:cubicBezTo>
                  <a:lnTo>
                    <a:pt x="67564" y="9652"/>
                  </a:lnTo>
                  <a:cubicBezTo>
                    <a:pt x="63754" y="9652"/>
                    <a:pt x="59944" y="10033"/>
                    <a:pt x="56261" y="10795"/>
                  </a:cubicBezTo>
                  <a:cubicBezTo>
                    <a:pt x="52578" y="11557"/>
                    <a:pt x="48895" y="12573"/>
                    <a:pt x="45339" y="14097"/>
                  </a:cubicBezTo>
                  <a:cubicBezTo>
                    <a:pt x="41783" y="15494"/>
                    <a:pt x="38481" y="17272"/>
                    <a:pt x="35306" y="19431"/>
                  </a:cubicBezTo>
                  <a:lnTo>
                    <a:pt x="32639" y="15494"/>
                  </a:lnTo>
                  <a:lnTo>
                    <a:pt x="35306" y="19431"/>
                  </a:lnTo>
                  <a:cubicBezTo>
                    <a:pt x="32131" y="21590"/>
                    <a:pt x="29210" y="24003"/>
                    <a:pt x="26543" y="26670"/>
                  </a:cubicBezTo>
                  <a:lnTo>
                    <a:pt x="23241" y="23241"/>
                  </a:lnTo>
                  <a:lnTo>
                    <a:pt x="26670" y="26543"/>
                  </a:lnTo>
                  <a:cubicBezTo>
                    <a:pt x="24003" y="29210"/>
                    <a:pt x="21590" y="32131"/>
                    <a:pt x="19431" y="35306"/>
                  </a:cubicBezTo>
                  <a:lnTo>
                    <a:pt x="15494" y="32639"/>
                  </a:lnTo>
                  <a:lnTo>
                    <a:pt x="19431" y="35306"/>
                  </a:lnTo>
                  <a:cubicBezTo>
                    <a:pt x="17272" y="38481"/>
                    <a:pt x="15494" y="41783"/>
                    <a:pt x="14097" y="45339"/>
                  </a:cubicBezTo>
                  <a:lnTo>
                    <a:pt x="9652" y="43561"/>
                  </a:lnTo>
                  <a:lnTo>
                    <a:pt x="14097" y="45339"/>
                  </a:lnTo>
                  <a:cubicBezTo>
                    <a:pt x="12700" y="48895"/>
                    <a:pt x="11557" y="52451"/>
                    <a:pt x="10795" y="56261"/>
                  </a:cubicBezTo>
                  <a:lnTo>
                    <a:pt x="6096" y="55372"/>
                  </a:lnTo>
                  <a:lnTo>
                    <a:pt x="10795" y="56261"/>
                  </a:lnTo>
                  <a:cubicBezTo>
                    <a:pt x="10033" y="59944"/>
                    <a:pt x="9652" y="63754"/>
                    <a:pt x="9652" y="67564"/>
                  </a:cubicBezTo>
                  <a:lnTo>
                    <a:pt x="9652" y="1027811"/>
                  </a:ln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899022" y="4314814"/>
            <a:ext cx="5918197" cy="1231897"/>
            <a:chOff x="0" y="0"/>
            <a:chExt cx="5918200" cy="12319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8326" y="68453"/>
              <a:ext cx="5781548" cy="1095121"/>
            </a:xfrm>
            <a:custGeom>
              <a:avLst/>
              <a:gdLst/>
              <a:ahLst/>
              <a:cxnLst/>
              <a:rect r="r" b="b" t="t" l="l"/>
              <a:pathLst>
                <a:path h="1095121" w="5781548">
                  <a:moveTo>
                    <a:pt x="0" y="1032383"/>
                  </a:moveTo>
                  <a:lnTo>
                    <a:pt x="0" y="62611"/>
                  </a:lnTo>
                  <a:cubicBezTo>
                    <a:pt x="0" y="58420"/>
                    <a:pt x="381" y="54356"/>
                    <a:pt x="1270" y="50419"/>
                  </a:cubicBezTo>
                  <a:cubicBezTo>
                    <a:pt x="2159" y="46482"/>
                    <a:pt x="3302" y="42418"/>
                    <a:pt x="4826" y="38608"/>
                  </a:cubicBezTo>
                  <a:cubicBezTo>
                    <a:pt x="6350" y="34798"/>
                    <a:pt x="8382" y="31115"/>
                    <a:pt x="10668" y="27813"/>
                  </a:cubicBezTo>
                  <a:cubicBezTo>
                    <a:pt x="12954" y="24511"/>
                    <a:pt x="15621" y="21209"/>
                    <a:pt x="18415" y="18288"/>
                  </a:cubicBezTo>
                  <a:cubicBezTo>
                    <a:pt x="21209" y="15367"/>
                    <a:pt x="24511" y="12827"/>
                    <a:pt x="27940" y="10541"/>
                  </a:cubicBezTo>
                  <a:cubicBezTo>
                    <a:pt x="31369" y="8255"/>
                    <a:pt x="34925" y="6350"/>
                    <a:pt x="38735" y="4699"/>
                  </a:cubicBezTo>
                  <a:cubicBezTo>
                    <a:pt x="42545" y="3048"/>
                    <a:pt x="46482" y="1905"/>
                    <a:pt x="50546" y="1143"/>
                  </a:cubicBezTo>
                  <a:cubicBezTo>
                    <a:pt x="54610" y="381"/>
                    <a:pt x="58674" y="0"/>
                    <a:pt x="62738" y="0"/>
                  </a:cubicBezTo>
                  <a:lnTo>
                    <a:pt x="5718810" y="0"/>
                  </a:lnTo>
                  <a:cubicBezTo>
                    <a:pt x="5722874" y="0"/>
                    <a:pt x="5727065" y="381"/>
                    <a:pt x="5731002" y="1143"/>
                  </a:cubicBezTo>
                  <a:cubicBezTo>
                    <a:pt x="5734939" y="1905"/>
                    <a:pt x="5739003" y="3175"/>
                    <a:pt x="5742813" y="4699"/>
                  </a:cubicBezTo>
                  <a:cubicBezTo>
                    <a:pt x="5746623" y="6223"/>
                    <a:pt x="5750179" y="8255"/>
                    <a:pt x="5753608" y="10541"/>
                  </a:cubicBezTo>
                  <a:cubicBezTo>
                    <a:pt x="5757037" y="12827"/>
                    <a:pt x="5760212" y="15494"/>
                    <a:pt x="5763133" y="18288"/>
                  </a:cubicBezTo>
                  <a:cubicBezTo>
                    <a:pt x="5766054" y="21082"/>
                    <a:pt x="5768594" y="24384"/>
                    <a:pt x="5770880" y="27813"/>
                  </a:cubicBezTo>
                  <a:cubicBezTo>
                    <a:pt x="5773166" y="31242"/>
                    <a:pt x="5775071" y="34798"/>
                    <a:pt x="5776722" y="38608"/>
                  </a:cubicBezTo>
                  <a:cubicBezTo>
                    <a:pt x="5778373" y="42418"/>
                    <a:pt x="5779516" y="46355"/>
                    <a:pt x="5780278" y="50419"/>
                  </a:cubicBezTo>
                  <a:cubicBezTo>
                    <a:pt x="5781040" y="54483"/>
                    <a:pt x="5781548" y="58547"/>
                    <a:pt x="5781548" y="62611"/>
                  </a:cubicBezTo>
                  <a:lnTo>
                    <a:pt x="5781548" y="1032383"/>
                  </a:lnTo>
                  <a:cubicBezTo>
                    <a:pt x="5781548" y="1036447"/>
                    <a:pt x="5781167" y="1040638"/>
                    <a:pt x="5780278" y="1044575"/>
                  </a:cubicBezTo>
                  <a:cubicBezTo>
                    <a:pt x="5779389" y="1048512"/>
                    <a:pt x="5778246" y="1052576"/>
                    <a:pt x="5776722" y="1056386"/>
                  </a:cubicBezTo>
                  <a:cubicBezTo>
                    <a:pt x="5775198" y="1060196"/>
                    <a:pt x="5773166" y="1063752"/>
                    <a:pt x="5770880" y="1067181"/>
                  </a:cubicBezTo>
                  <a:cubicBezTo>
                    <a:pt x="5768594" y="1070610"/>
                    <a:pt x="5766054" y="1073785"/>
                    <a:pt x="5763133" y="1076706"/>
                  </a:cubicBezTo>
                  <a:cubicBezTo>
                    <a:pt x="5760212" y="1079627"/>
                    <a:pt x="5757037" y="1082167"/>
                    <a:pt x="5753608" y="1084453"/>
                  </a:cubicBezTo>
                  <a:cubicBezTo>
                    <a:pt x="5750179" y="1086739"/>
                    <a:pt x="5746623" y="1088644"/>
                    <a:pt x="5742813" y="1090295"/>
                  </a:cubicBezTo>
                  <a:cubicBezTo>
                    <a:pt x="5739003" y="1091946"/>
                    <a:pt x="5735066" y="1093089"/>
                    <a:pt x="5731002" y="1093851"/>
                  </a:cubicBezTo>
                  <a:cubicBezTo>
                    <a:pt x="5726938" y="1094613"/>
                    <a:pt x="5722874" y="1095121"/>
                    <a:pt x="5718810" y="1095121"/>
                  </a:cubicBezTo>
                  <a:lnTo>
                    <a:pt x="62738" y="1095121"/>
                  </a:lnTo>
                  <a:cubicBezTo>
                    <a:pt x="58547" y="1095121"/>
                    <a:pt x="54483" y="1094740"/>
                    <a:pt x="50546" y="1093851"/>
                  </a:cubicBezTo>
                  <a:cubicBezTo>
                    <a:pt x="46609" y="1092962"/>
                    <a:pt x="42545" y="1091819"/>
                    <a:pt x="38735" y="1090295"/>
                  </a:cubicBezTo>
                  <a:cubicBezTo>
                    <a:pt x="34925" y="1088771"/>
                    <a:pt x="31369" y="1086739"/>
                    <a:pt x="27940" y="1084453"/>
                  </a:cubicBezTo>
                  <a:cubicBezTo>
                    <a:pt x="24511" y="1082167"/>
                    <a:pt x="21336" y="1079500"/>
                    <a:pt x="18415" y="1076706"/>
                  </a:cubicBezTo>
                  <a:cubicBezTo>
                    <a:pt x="15494" y="1073912"/>
                    <a:pt x="12954" y="1070610"/>
                    <a:pt x="10668" y="1067181"/>
                  </a:cubicBezTo>
                  <a:cubicBezTo>
                    <a:pt x="8382" y="1063752"/>
                    <a:pt x="6477" y="1060196"/>
                    <a:pt x="4826" y="1056386"/>
                  </a:cubicBezTo>
                  <a:cubicBezTo>
                    <a:pt x="3175" y="1052576"/>
                    <a:pt x="2032" y="1048639"/>
                    <a:pt x="1270" y="1044575"/>
                  </a:cubicBezTo>
                  <a:cubicBezTo>
                    <a:pt x="508" y="1040511"/>
                    <a:pt x="0" y="1036447"/>
                    <a:pt x="0" y="1032383"/>
                  </a:cubicBezTo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5791073" cy="1104900"/>
            </a:xfrm>
            <a:custGeom>
              <a:avLst/>
              <a:gdLst/>
              <a:ahLst/>
              <a:cxnLst/>
              <a:rect r="r" b="b" t="t" l="l"/>
              <a:pathLst>
                <a:path h="1104900" w="5791073">
                  <a:moveTo>
                    <a:pt x="0" y="1037336"/>
                  </a:moveTo>
                  <a:lnTo>
                    <a:pt x="0" y="67564"/>
                  </a:lnTo>
                  <a:lnTo>
                    <a:pt x="4826" y="67564"/>
                  </a:lnTo>
                  <a:lnTo>
                    <a:pt x="0" y="67564"/>
                  </a:lnTo>
                  <a:cubicBezTo>
                    <a:pt x="0" y="63119"/>
                    <a:pt x="381" y="58674"/>
                    <a:pt x="1270" y="54356"/>
                  </a:cubicBezTo>
                  <a:cubicBezTo>
                    <a:pt x="2159" y="50038"/>
                    <a:pt x="3429" y="45720"/>
                    <a:pt x="5080" y="41656"/>
                  </a:cubicBezTo>
                  <a:lnTo>
                    <a:pt x="9525" y="43434"/>
                  </a:lnTo>
                  <a:lnTo>
                    <a:pt x="5080" y="41656"/>
                  </a:lnTo>
                  <a:cubicBezTo>
                    <a:pt x="6731" y="37592"/>
                    <a:pt x="8890" y="33655"/>
                    <a:pt x="11303" y="29972"/>
                  </a:cubicBezTo>
                  <a:cubicBezTo>
                    <a:pt x="13716" y="26289"/>
                    <a:pt x="16637" y="22860"/>
                    <a:pt x="19685" y="19812"/>
                  </a:cubicBezTo>
                  <a:cubicBezTo>
                    <a:pt x="22860" y="16637"/>
                    <a:pt x="26162" y="13843"/>
                    <a:pt x="29845" y="11430"/>
                  </a:cubicBezTo>
                  <a:cubicBezTo>
                    <a:pt x="33528" y="9017"/>
                    <a:pt x="37465" y="6858"/>
                    <a:pt x="41529" y="5207"/>
                  </a:cubicBezTo>
                  <a:cubicBezTo>
                    <a:pt x="45593" y="3556"/>
                    <a:pt x="49784" y="2286"/>
                    <a:pt x="54229" y="1397"/>
                  </a:cubicBezTo>
                  <a:cubicBezTo>
                    <a:pt x="58547" y="508"/>
                    <a:pt x="62992" y="127"/>
                    <a:pt x="67437" y="127"/>
                  </a:cubicBezTo>
                  <a:lnTo>
                    <a:pt x="67437" y="4953"/>
                  </a:lnTo>
                  <a:lnTo>
                    <a:pt x="67437" y="0"/>
                  </a:lnTo>
                  <a:lnTo>
                    <a:pt x="5723636" y="0"/>
                  </a:lnTo>
                  <a:lnTo>
                    <a:pt x="5723636" y="4826"/>
                  </a:lnTo>
                  <a:lnTo>
                    <a:pt x="5723636" y="0"/>
                  </a:lnTo>
                  <a:cubicBezTo>
                    <a:pt x="5728081" y="0"/>
                    <a:pt x="5732526" y="381"/>
                    <a:pt x="5736844" y="1270"/>
                  </a:cubicBezTo>
                  <a:cubicBezTo>
                    <a:pt x="5741162" y="2159"/>
                    <a:pt x="5745353" y="3429"/>
                    <a:pt x="5749544" y="5080"/>
                  </a:cubicBezTo>
                  <a:cubicBezTo>
                    <a:pt x="5753608" y="6731"/>
                    <a:pt x="5757545" y="8890"/>
                    <a:pt x="5761228" y="11303"/>
                  </a:cubicBezTo>
                  <a:cubicBezTo>
                    <a:pt x="5764911" y="13716"/>
                    <a:pt x="5768340" y="16637"/>
                    <a:pt x="5771388" y="19685"/>
                  </a:cubicBezTo>
                  <a:cubicBezTo>
                    <a:pt x="5774563" y="22860"/>
                    <a:pt x="5777357" y="26162"/>
                    <a:pt x="5779770" y="29972"/>
                  </a:cubicBezTo>
                  <a:lnTo>
                    <a:pt x="5775833" y="32639"/>
                  </a:lnTo>
                  <a:lnTo>
                    <a:pt x="5779770" y="29972"/>
                  </a:lnTo>
                  <a:cubicBezTo>
                    <a:pt x="5782310" y="33655"/>
                    <a:pt x="5784342" y="37592"/>
                    <a:pt x="5785993" y="41656"/>
                  </a:cubicBezTo>
                  <a:lnTo>
                    <a:pt x="5781548" y="43434"/>
                  </a:lnTo>
                  <a:lnTo>
                    <a:pt x="5785993" y="41656"/>
                  </a:lnTo>
                  <a:cubicBezTo>
                    <a:pt x="5787644" y="45720"/>
                    <a:pt x="5788914" y="49911"/>
                    <a:pt x="5789803" y="54356"/>
                  </a:cubicBezTo>
                  <a:lnTo>
                    <a:pt x="5785104" y="55245"/>
                  </a:lnTo>
                  <a:lnTo>
                    <a:pt x="5789803" y="54356"/>
                  </a:lnTo>
                  <a:cubicBezTo>
                    <a:pt x="5790692" y="58674"/>
                    <a:pt x="5791073" y="63119"/>
                    <a:pt x="5791073" y="67564"/>
                  </a:cubicBezTo>
                  <a:lnTo>
                    <a:pt x="5786247" y="67564"/>
                  </a:lnTo>
                  <a:lnTo>
                    <a:pt x="5791073" y="67564"/>
                  </a:lnTo>
                  <a:lnTo>
                    <a:pt x="5791073" y="1037336"/>
                  </a:lnTo>
                  <a:lnTo>
                    <a:pt x="5786247" y="1037336"/>
                  </a:lnTo>
                  <a:lnTo>
                    <a:pt x="5791073" y="1037336"/>
                  </a:lnTo>
                  <a:cubicBezTo>
                    <a:pt x="5791073" y="1041781"/>
                    <a:pt x="5790692" y="1046226"/>
                    <a:pt x="5789803" y="1050544"/>
                  </a:cubicBezTo>
                  <a:lnTo>
                    <a:pt x="5785104" y="1049655"/>
                  </a:lnTo>
                  <a:lnTo>
                    <a:pt x="5789803" y="1050544"/>
                  </a:lnTo>
                  <a:cubicBezTo>
                    <a:pt x="5788914" y="1054862"/>
                    <a:pt x="5787644" y="1059180"/>
                    <a:pt x="5785993" y="1063244"/>
                  </a:cubicBezTo>
                  <a:lnTo>
                    <a:pt x="5781548" y="1061466"/>
                  </a:lnTo>
                  <a:lnTo>
                    <a:pt x="5785993" y="1063244"/>
                  </a:lnTo>
                  <a:cubicBezTo>
                    <a:pt x="5784342" y="1067308"/>
                    <a:pt x="5782183" y="1071245"/>
                    <a:pt x="5779770" y="1074928"/>
                  </a:cubicBezTo>
                  <a:cubicBezTo>
                    <a:pt x="5777357" y="1078611"/>
                    <a:pt x="5774563" y="1082040"/>
                    <a:pt x="5771388" y="1085215"/>
                  </a:cubicBezTo>
                  <a:cubicBezTo>
                    <a:pt x="5768213" y="1088390"/>
                    <a:pt x="5764911" y="1091184"/>
                    <a:pt x="5761101" y="1093597"/>
                  </a:cubicBezTo>
                  <a:lnTo>
                    <a:pt x="5758434" y="1089660"/>
                  </a:lnTo>
                  <a:lnTo>
                    <a:pt x="5761101" y="1093597"/>
                  </a:lnTo>
                  <a:cubicBezTo>
                    <a:pt x="5757418" y="1096010"/>
                    <a:pt x="5753481" y="1098169"/>
                    <a:pt x="5749417" y="1099820"/>
                  </a:cubicBezTo>
                  <a:lnTo>
                    <a:pt x="5747639" y="1095375"/>
                  </a:lnTo>
                  <a:lnTo>
                    <a:pt x="5749417" y="1099820"/>
                  </a:lnTo>
                  <a:cubicBezTo>
                    <a:pt x="5745353" y="1101471"/>
                    <a:pt x="5741162" y="1102741"/>
                    <a:pt x="5736717" y="1103630"/>
                  </a:cubicBezTo>
                  <a:cubicBezTo>
                    <a:pt x="5732399" y="1104519"/>
                    <a:pt x="5727954" y="1104900"/>
                    <a:pt x="5723509" y="1104900"/>
                  </a:cubicBezTo>
                  <a:lnTo>
                    <a:pt x="5723509" y="1100074"/>
                  </a:lnTo>
                  <a:lnTo>
                    <a:pt x="5723509" y="1104900"/>
                  </a:lnTo>
                  <a:lnTo>
                    <a:pt x="67564" y="1104900"/>
                  </a:lnTo>
                  <a:lnTo>
                    <a:pt x="67564" y="1100074"/>
                  </a:lnTo>
                  <a:lnTo>
                    <a:pt x="67564" y="1104900"/>
                  </a:lnTo>
                  <a:cubicBezTo>
                    <a:pt x="63119" y="1104900"/>
                    <a:pt x="58674" y="1104519"/>
                    <a:pt x="54356" y="1103630"/>
                  </a:cubicBezTo>
                  <a:lnTo>
                    <a:pt x="55245" y="1098931"/>
                  </a:lnTo>
                  <a:lnTo>
                    <a:pt x="54356" y="1103630"/>
                  </a:lnTo>
                  <a:cubicBezTo>
                    <a:pt x="50038" y="1102741"/>
                    <a:pt x="45720" y="1101471"/>
                    <a:pt x="41656" y="1099820"/>
                  </a:cubicBezTo>
                  <a:lnTo>
                    <a:pt x="43434" y="1095375"/>
                  </a:lnTo>
                  <a:lnTo>
                    <a:pt x="41656" y="1099820"/>
                  </a:lnTo>
                  <a:cubicBezTo>
                    <a:pt x="37592" y="1098169"/>
                    <a:pt x="33655" y="1096010"/>
                    <a:pt x="29972" y="1093597"/>
                  </a:cubicBezTo>
                  <a:lnTo>
                    <a:pt x="32639" y="1089660"/>
                  </a:lnTo>
                  <a:lnTo>
                    <a:pt x="29972" y="1093597"/>
                  </a:lnTo>
                  <a:cubicBezTo>
                    <a:pt x="26289" y="1091184"/>
                    <a:pt x="22860" y="1088390"/>
                    <a:pt x="19685" y="1085215"/>
                  </a:cubicBezTo>
                  <a:cubicBezTo>
                    <a:pt x="16510" y="1082040"/>
                    <a:pt x="13716" y="1078738"/>
                    <a:pt x="11303" y="1075055"/>
                  </a:cubicBezTo>
                  <a:cubicBezTo>
                    <a:pt x="8890" y="1071372"/>
                    <a:pt x="6731" y="1067435"/>
                    <a:pt x="5080" y="1063371"/>
                  </a:cubicBezTo>
                  <a:lnTo>
                    <a:pt x="9525" y="1061593"/>
                  </a:lnTo>
                  <a:lnTo>
                    <a:pt x="5080" y="1063371"/>
                  </a:lnTo>
                  <a:cubicBezTo>
                    <a:pt x="3429" y="1059307"/>
                    <a:pt x="2159" y="1055116"/>
                    <a:pt x="1270" y="1050671"/>
                  </a:cubicBezTo>
                  <a:cubicBezTo>
                    <a:pt x="381" y="1046353"/>
                    <a:pt x="0" y="1041908"/>
                    <a:pt x="0" y="1037463"/>
                  </a:cubicBezTo>
                  <a:lnTo>
                    <a:pt x="4826" y="1037463"/>
                  </a:lnTo>
                  <a:lnTo>
                    <a:pt x="0" y="1037463"/>
                  </a:lnTo>
                  <a:moveTo>
                    <a:pt x="9525" y="1037463"/>
                  </a:moveTo>
                  <a:cubicBezTo>
                    <a:pt x="9525" y="1041273"/>
                    <a:pt x="9906" y="1045083"/>
                    <a:pt x="10668" y="1048766"/>
                  </a:cubicBezTo>
                  <a:lnTo>
                    <a:pt x="5969" y="1049655"/>
                  </a:lnTo>
                  <a:lnTo>
                    <a:pt x="10668" y="1048766"/>
                  </a:lnTo>
                  <a:cubicBezTo>
                    <a:pt x="11430" y="1052449"/>
                    <a:pt x="12446" y="1056132"/>
                    <a:pt x="13970" y="1059688"/>
                  </a:cubicBezTo>
                  <a:cubicBezTo>
                    <a:pt x="15494" y="1063244"/>
                    <a:pt x="17145" y="1066546"/>
                    <a:pt x="19304" y="1069721"/>
                  </a:cubicBezTo>
                  <a:lnTo>
                    <a:pt x="15367" y="1072388"/>
                  </a:lnTo>
                  <a:lnTo>
                    <a:pt x="19304" y="1069721"/>
                  </a:lnTo>
                  <a:cubicBezTo>
                    <a:pt x="21463" y="1072896"/>
                    <a:pt x="23876" y="1075817"/>
                    <a:pt x="26543" y="1078484"/>
                  </a:cubicBezTo>
                  <a:lnTo>
                    <a:pt x="23114" y="1081786"/>
                  </a:lnTo>
                  <a:lnTo>
                    <a:pt x="26416" y="1078357"/>
                  </a:lnTo>
                  <a:cubicBezTo>
                    <a:pt x="29083" y="1081024"/>
                    <a:pt x="32004" y="1083437"/>
                    <a:pt x="35179" y="1085596"/>
                  </a:cubicBezTo>
                  <a:cubicBezTo>
                    <a:pt x="38354" y="1087755"/>
                    <a:pt x="41656" y="1089533"/>
                    <a:pt x="45212" y="1090930"/>
                  </a:cubicBezTo>
                  <a:cubicBezTo>
                    <a:pt x="48768" y="1092327"/>
                    <a:pt x="52324" y="1093470"/>
                    <a:pt x="56134" y="1094232"/>
                  </a:cubicBezTo>
                  <a:cubicBezTo>
                    <a:pt x="59944" y="1094994"/>
                    <a:pt x="63627" y="1095375"/>
                    <a:pt x="67437" y="1095375"/>
                  </a:cubicBezTo>
                  <a:lnTo>
                    <a:pt x="5723636" y="1095375"/>
                  </a:lnTo>
                  <a:cubicBezTo>
                    <a:pt x="5727446" y="1095375"/>
                    <a:pt x="5731256" y="1094994"/>
                    <a:pt x="5734939" y="1094232"/>
                  </a:cubicBezTo>
                  <a:lnTo>
                    <a:pt x="5735828" y="1098931"/>
                  </a:lnTo>
                  <a:lnTo>
                    <a:pt x="5734939" y="1094232"/>
                  </a:lnTo>
                  <a:cubicBezTo>
                    <a:pt x="5738622" y="1093470"/>
                    <a:pt x="5742305" y="1092454"/>
                    <a:pt x="5745861" y="1090930"/>
                  </a:cubicBezTo>
                  <a:cubicBezTo>
                    <a:pt x="5749417" y="1089533"/>
                    <a:pt x="5752719" y="1087755"/>
                    <a:pt x="5755894" y="1085596"/>
                  </a:cubicBezTo>
                  <a:cubicBezTo>
                    <a:pt x="5759069" y="1083437"/>
                    <a:pt x="5761990" y="1081024"/>
                    <a:pt x="5764657" y="1078357"/>
                  </a:cubicBezTo>
                  <a:lnTo>
                    <a:pt x="5767959" y="1081786"/>
                  </a:lnTo>
                  <a:lnTo>
                    <a:pt x="5764530" y="1078484"/>
                  </a:lnTo>
                  <a:cubicBezTo>
                    <a:pt x="5767197" y="1075817"/>
                    <a:pt x="5769610" y="1072896"/>
                    <a:pt x="5771769" y="1069721"/>
                  </a:cubicBezTo>
                  <a:lnTo>
                    <a:pt x="5775706" y="1072388"/>
                  </a:lnTo>
                  <a:lnTo>
                    <a:pt x="5771769" y="1069721"/>
                  </a:lnTo>
                  <a:cubicBezTo>
                    <a:pt x="5773928" y="1066546"/>
                    <a:pt x="5775706" y="1063244"/>
                    <a:pt x="5777103" y="1059688"/>
                  </a:cubicBezTo>
                  <a:cubicBezTo>
                    <a:pt x="5778500" y="1056132"/>
                    <a:pt x="5779643" y="1052576"/>
                    <a:pt x="5780405" y="1048766"/>
                  </a:cubicBezTo>
                  <a:cubicBezTo>
                    <a:pt x="5781167" y="1045083"/>
                    <a:pt x="5781548" y="1041273"/>
                    <a:pt x="5781548" y="1037463"/>
                  </a:cubicBezTo>
                  <a:lnTo>
                    <a:pt x="5781548" y="67564"/>
                  </a:lnTo>
                  <a:cubicBezTo>
                    <a:pt x="5781548" y="63754"/>
                    <a:pt x="5781167" y="59944"/>
                    <a:pt x="5780405" y="56261"/>
                  </a:cubicBezTo>
                  <a:cubicBezTo>
                    <a:pt x="5779643" y="52578"/>
                    <a:pt x="5778627" y="48895"/>
                    <a:pt x="5777103" y="45339"/>
                  </a:cubicBezTo>
                  <a:cubicBezTo>
                    <a:pt x="5775706" y="41783"/>
                    <a:pt x="5773928" y="38481"/>
                    <a:pt x="5771769" y="35306"/>
                  </a:cubicBezTo>
                  <a:cubicBezTo>
                    <a:pt x="5769610" y="32131"/>
                    <a:pt x="5767197" y="29210"/>
                    <a:pt x="5764530" y="26543"/>
                  </a:cubicBezTo>
                  <a:lnTo>
                    <a:pt x="5767959" y="23241"/>
                  </a:lnTo>
                  <a:lnTo>
                    <a:pt x="5764657" y="26670"/>
                  </a:lnTo>
                  <a:cubicBezTo>
                    <a:pt x="5761990" y="24003"/>
                    <a:pt x="5759069" y="21590"/>
                    <a:pt x="5755894" y="19431"/>
                  </a:cubicBezTo>
                  <a:lnTo>
                    <a:pt x="5758561" y="15494"/>
                  </a:lnTo>
                  <a:lnTo>
                    <a:pt x="5755894" y="19431"/>
                  </a:lnTo>
                  <a:cubicBezTo>
                    <a:pt x="5752719" y="17272"/>
                    <a:pt x="5749417" y="15494"/>
                    <a:pt x="5745861" y="14097"/>
                  </a:cubicBezTo>
                  <a:lnTo>
                    <a:pt x="5747639" y="9652"/>
                  </a:lnTo>
                  <a:lnTo>
                    <a:pt x="5745861" y="14097"/>
                  </a:lnTo>
                  <a:cubicBezTo>
                    <a:pt x="5742305" y="12700"/>
                    <a:pt x="5738749" y="11557"/>
                    <a:pt x="5734939" y="10795"/>
                  </a:cubicBezTo>
                  <a:lnTo>
                    <a:pt x="5735828" y="6096"/>
                  </a:lnTo>
                  <a:lnTo>
                    <a:pt x="5734939" y="10795"/>
                  </a:lnTo>
                  <a:cubicBezTo>
                    <a:pt x="5731256" y="10033"/>
                    <a:pt x="5727446" y="9652"/>
                    <a:pt x="5723636" y="9652"/>
                  </a:cubicBezTo>
                  <a:lnTo>
                    <a:pt x="67564" y="9652"/>
                  </a:lnTo>
                  <a:cubicBezTo>
                    <a:pt x="63754" y="9652"/>
                    <a:pt x="59944" y="10033"/>
                    <a:pt x="56261" y="10795"/>
                  </a:cubicBezTo>
                  <a:lnTo>
                    <a:pt x="55372" y="6096"/>
                  </a:lnTo>
                  <a:lnTo>
                    <a:pt x="56261" y="10795"/>
                  </a:lnTo>
                  <a:cubicBezTo>
                    <a:pt x="52578" y="11557"/>
                    <a:pt x="48895" y="12573"/>
                    <a:pt x="45339" y="14097"/>
                  </a:cubicBezTo>
                  <a:lnTo>
                    <a:pt x="43561" y="9652"/>
                  </a:lnTo>
                  <a:lnTo>
                    <a:pt x="45339" y="14097"/>
                  </a:lnTo>
                  <a:cubicBezTo>
                    <a:pt x="41783" y="15494"/>
                    <a:pt x="38481" y="17272"/>
                    <a:pt x="35306" y="19431"/>
                  </a:cubicBezTo>
                  <a:lnTo>
                    <a:pt x="32639" y="15494"/>
                  </a:lnTo>
                  <a:lnTo>
                    <a:pt x="35306" y="19431"/>
                  </a:lnTo>
                  <a:cubicBezTo>
                    <a:pt x="32131" y="21590"/>
                    <a:pt x="29210" y="24003"/>
                    <a:pt x="26543" y="26670"/>
                  </a:cubicBezTo>
                  <a:lnTo>
                    <a:pt x="23241" y="23241"/>
                  </a:lnTo>
                  <a:lnTo>
                    <a:pt x="26670" y="26543"/>
                  </a:lnTo>
                  <a:cubicBezTo>
                    <a:pt x="24003" y="29210"/>
                    <a:pt x="21590" y="32131"/>
                    <a:pt x="19431" y="35306"/>
                  </a:cubicBezTo>
                  <a:lnTo>
                    <a:pt x="15494" y="32639"/>
                  </a:lnTo>
                  <a:lnTo>
                    <a:pt x="19431" y="35306"/>
                  </a:lnTo>
                  <a:cubicBezTo>
                    <a:pt x="17272" y="38481"/>
                    <a:pt x="15494" y="41783"/>
                    <a:pt x="14097" y="45339"/>
                  </a:cubicBezTo>
                  <a:cubicBezTo>
                    <a:pt x="12700" y="48895"/>
                    <a:pt x="11557" y="52451"/>
                    <a:pt x="10795" y="56261"/>
                  </a:cubicBezTo>
                  <a:lnTo>
                    <a:pt x="6096" y="55372"/>
                  </a:lnTo>
                  <a:lnTo>
                    <a:pt x="10795" y="56261"/>
                  </a:lnTo>
                  <a:cubicBezTo>
                    <a:pt x="10033" y="59944"/>
                    <a:pt x="9652" y="63754"/>
                    <a:pt x="9652" y="67564"/>
                  </a:cubicBezTo>
                  <a:lnTo>
                    <a:pt x="9652" y="1037336"/>
                  </a:ln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899022" y="5610214"/>
            <a:ext cx="5918197" cy="1222372"/>
            <a:chOff x="0" y="0"/>
            <a:chExt cx="5918200" cy="12223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8326" y="68326"/>
              <a:ext cx="5781548" cy="1085596"/>
            </a:xfrm>
            <a:custGeom>
              <a:avLst/>
              <a:gdLst/>
              <a:ahLst/>
              <a:cxnLst/>
              <a:rect r="r" b="b" t="t" l="l"/>
              <a:pathLst>
                <a:path h="1085596" w="5781548">
                  <a:moveTo>
                    <a:pt x="0" y="1022985"/>
                  </a:moveTo>
                  <a:lnTo>
                    <a:pt x="0" y="62738"/>
                  </a:lnTo>
                  <a:cubicBezTo>
                    <a:pt x="0" y="58674"/>
                    <a:pt x="381" y="54483"/>
                    <a:pt x="1270" y="50546"/>
                  </a:cubicBezTo>
                  <a:cubicBezTo>
                    <a:pt x="2159" y="46609"/>
                    <a:pt x="3302" y="42545"/>
                    <a:pt x="4826" y="38735"/>
                  </a:cubicBezTo>
                  <a:cubicBezTo>
                    <a:pt x="6350" y="34925"/>
                    <a:pt x="8382" y="31369"/>
                    <a:pt x="10668" y="27940"/>
                  </a:cubicBezTo>
                  <a:cubicBezTo>
                    <a:pt x="12954" y="24511"/>
                    <a:pt x="15621" y="21336"/>
                    <a:pt x="18415" y="18415"/>
                  </a:cubicBezTo>
                  <a:cubicBezTo>
                    <a:pt x="21209" y="15494"/>
                    <a:pt x="24511" y="12954"/>
                    <a:pt x="27940" y="10541"/>
                  </a:cubicBezTo>
                  <a:cubicBezTo>
                    <a:pt x="31369" y="8128"/>
                    <a:pt x="34925" y="6350"/>
                    <a:pt x="38735" y="4699"/>
                  </a:cubicBezTo>
                  <a:cubicBezTo>
                    <a:pt x="42545" y="3048"/>
                    <a:pt x="46482" y="1905"/>
                    <a:pt x="50546" y="1143"/>
                  </a:cubicBezTo>
                  <a:cubicBezTo>
                    <a:pt x="54610" y="381"/>
                    <a:pt x="58674" y="0"/>
                    <a:pt x="62738" y="0"/>
                  </a:cubicBezTo>
                  <a:lnTo>
                    <a:pt x="5718810" y="0"/>
                  </a:lnTo>
                  <a:cubicBezTo>
                    <a:pt x="5722874" y="0"/>
                    <a:pt x="5727065" y="381"/>
                    <a:pt x="5731002" y="1143"/>
                  </a:cubicBezTo>
                  <a:cubicBezTo>
                    <a:pt x="5734939" y="1905"/>
                    <a:pt x="5739003" y="3175"/>
                    <a:pt x="5742813" y="4699"/>
                  </a:cubicBezTo>
                  <a:cubicBezTo>
                    <a:pt x="5746623" y="6223"/>
                    <a:pt x="5750179" y="8255"/>
                    <a:pt x="5753608" y="10541"/>
                  </a:cubicBezTo>
                  <a:cubicBezTo>
                    <a:pt x="5757037" y="12827"/>
                    <a:pt x="5760212" y="15494"/>
                    <a:pt x="5763133" y="18415"/>
                  </a:cubicBezTo>
                  <a:cubicBezTo>
                    <a:pt x="5766054" y="21336"/>
                    <a:pt x="5768594" y="24511"/>
                    <a:pt x="5770880" y="27940"/>
                  </a:cubicBezTo>
                  <a:cubicBezTo>
                    <a:pt x="5773166" y="31369"/>
                    <a:pt x="5775071" y="34925"/>
                    <a:pt x="5776722" y="38735"/>
                  </a:cubicBezTo>
                  <a:cubicBezTo>
                    <a:pt x="5778373" y="42545"/>
                    <a:pt x="5779516" y="46482"/>
                    <a:pt x="5780278" y="50546"/>
                  </a:cubicBezTo>
                  <a:cubicBezTo>
                    <a:pt x="5781040" y="54610"/>
                    <a:pt x="5781548" y="58674"/>
                    <a:pt x="5781548" y="62738"/>
                  </a:cubicBezTo>
                  <a:lnTo>
                    <a:pt x="5781548" y="1022985"/>
                  </a:lnTo>
                  <a:cubicBezTo>
                    <a:pt x="5781548" y="1027049"/>
                    <a:pt x="5781167" y="1031240"/>
                    <a:pt x="5780278" y="1035177"/>
                  </a:cubicBezTo>
                  <a:cubicBezTo>
                    <a:pt x="5779389" y="1039114"/>
                    <a:pt x="5778246" y="1043178"/>
                    <a:pt x="5776722" y="1046988"/>
                  </a:cubicBezTo>
                  <a:cubicBezTo>
                    <a:pt x="5775198" y="1050798"/>
                    <a:pt x="5773166" y="1054354"/>
                    <a:pt x="5770880" y="1057783"/>
                  </a:cubicBezTo>
                  <a:cubicBezTo>
                    <a:pt x="5768594" y="1061212"/>
                    <a:pt x="5766054" y="1064387"/>
                    <a:pt x="5763133" y="1067308"/>
                  </a:cubicBezTo>
                  <a:cubicBezTo>
                    <a:pt x="5760212" y="1070229"/>
                    <a:pt x="5757037" y="1072769"/>
                    <a:pt x="5753608" y="1075055"/>
                  </a:cubicBezTo>
                  <a:cubicBezTo>
                    <a:pt x="5750179" y="1077341"/>
                    <a:pt x="5746623" y="1079246"/>
                    <a:pt x="5742813" y="1080897"/>
                  </a:cubicBezTo>
                  <a:cubicBezTo>
                    <a:pt x="5739003" y="1082548"/>
                    <a:pt x="5735066" y="1083691"/>
                    <a:pt x="5731002" y="1084453"/>
                  </a:cubicBezTo>
                  <a:cubicBezTo>
                    <a:pt x="5726938" y="1085215"/>
                    <a:pt x="5722874" y="1085596"/>
                    <a:pt x="5718810" y="1085596"/>
                  </a:cubicBezTo>
                  <a:lnTo>
                    <a:pt x="62738" y="1085596"/>
                  </a:lnTo>
                  <a:cubicBezTo>
                    <a:pt x="58547" y="1085596"/>
                    <a:pt x="54483" y="1085215"/>
                    <a:pt x="50546" y="1084453"/>
                  </a:cubicBezTo>
                  <a:cubicBezTo>
                    <a:pt x="46609" y="1083691"/>
                    <a:pt x="42545" y="1082421"/>
                    <a:pt x="38735" y="1080897"/>
                  </a:cubicBezTo>
                  <a:cubicBezTo>
                    <a:pt x="34925" y="1079373"/>
                    <a:pt x="31369" y="1077341"/>
                    <a:pt x="27940" y="1075055"/>
                  </a:cubicBezTo>
                  <a:cubicBezTo>
                    <a:pt x="24511" y="1072769"/>
                    <a:pt x="21336" y="1070102"/>
                    <a:pt x="18415" y="1067308"/>
                  </a:cubicBezTo>
                  <a:cubicBezTo>
                    <a:pt x="15494" y="1064514"/>
                    <a:pt x="12954" y="1061212"/>
                    <a:pt x="10668" y="1057783"/>
                  </a:cubicBezTo>
                  <a:cubicBezTo>
                    <a:pt x="8382" y="1054354"/>
                    <a:pt x="6477" y="1050798"/>
                    <a:pt x="4826" y="1046988"/>
                  </a:cubicBezTo>
                  <a:cubicBezTo>
                    <a:pt x="3175" y="1043178"/>
                    <a:pt x="2032" y="1039241"/>
                    <a:pt x="1270" y="1035177"/>
                  </a:cubicBezTo>
                  <a:cubicBezTo>
                    <a:pt x="508" y="1031113"/>
                    <a:pt x="0" y="1027049"/>
                    <a:pt x="0" y="1022985"/>
                  </a:cubicBezTo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5791073" cy="1095375"/>
            </a:xfrm>
            <a:custGeom>
              <a:avLst/>
              <a:gdLst/>
              <a:ahLst/>
              <a:cxnLst/>
              <a:rect r="r" b="b" t="t" l="l"/>
              <a:pathLst>
                <a:path h="1095375" w="5791073">
                  <a:moveTo>
                    <a:pt x="0" y="1027811"/>
                  </a:moveTo>
                  <a:lnTo>
                    <a:pt x="0" y="67564"/>
                  </a:lnTo>
                  <a:lnTo>
                    <a:pt x="4826" y="67564"/>
                  </a:lnTo>
                  <a:lnTo>
                    <a:pt x="0" y="67564"/>
                  </a:lnTo>
                  <a:cubicBezTo>
                    <a:pt x="0" y="63119"/>
                    <a:pt x="381" y="58674"/>
                    <a:pt x="1270" y="54356"/>
                  </a:cubicBezTo>
                  <a:cubicBezTo>
                    <a:pt x="2159" y="50038"/>
                    <a:pt x="3429" y="45720"/>
                    <a:pt x="5080" y="41656"/>
                  </a:cubicBezTo>
                  <a:cubicBezTo>
                    <a:pt x="6731" y="37592"/>
                    <a:pt x="8890" y="33655"/>
                    <a:pt x="11303" y="29972"/>
                  </a:cubicBezTo>
                  <a:cubicBezTo>
                    <a:pt x="13716" y="26289"/>
                    <a:pt x="16637" y="22860"/>
                    <a:pt x="19685" y="19812"/>
                  </a:cubicBezTo>
                  <a:cubicBezTo>
                    <a:pt x="22860" y="16637"/>
                    <a:pt x="26162" y="13843"/>
                    <a:pt x="29845" y="11430"/>
                  </a:cubicBezTo>
                  <a:cubicBezTo>
                    <a:pt x="33528" y="9017"/>
                    <a:pt x="37465" y="6858"/>
                    <a:pt x="41529" y="5207"/>
                  </a:cubicBezTo>
                  <a:lnTo>
                    <a:pt x="43307" y="9652"/>
                  </a:lnTo>
                  <a:lnTo>
                    <a:pt x="41529" y="5207"/>
                  </a:lnTo>
                  <a:cubicBezTo>
                    <a:pt x="45593" y="3556"/>
                    <a:pt x="49784" y="2286"/>
                    <a:pt x="54229" y="1397"/>
                  </a:cubicBezTo>
                  <a:lnTo>
                    <a:pt x="55118" y="6096"/>
                  </a:lnTo>
                  <a:lnTo>
                    <a:pt x="54229" y="1397"/>
                  </a:lnTo>
                  <a:cubicBezTo>
                    <a:pt x="58547" y="508"/>
                    <a:pt x="62992" y="127"/>
                    <a:pt x="67437" y="127"/>
                  </a:cubicBezTo>
                  <a:lnTo>
                    <a:pt x="67437" y="4953"/>
                  </a:lnTo>
                  <a:lnTo>
                    <a:pt x="67437" y="0"/>
                  </a:lnTo>
                  <a:lnTo>
                    <a:pt x="5723636" y="0"/>
                  </a:lnTo>
                  <a:lnTo>
                    <a:pt x="5723636" y="4826"/>
                  </a:lnTo>
                  <a:lnTo>
                    <a:pt x="5723636" y="0"/>
                  </a:lnTo>
                  <a:cubicBezTo>
                    <a:pt x="5728081" y="0"/>
                    <a:pt x="5732526" y="381"/>
                    <a:pt x="5736844" y="1270"/>
                  </a:cubicBezTo>
                  <a:cubicBezTo>
                    <a:pt x="5741162" y="2159"/>
                    <a:pt x="5745353" y="3429"/>
                    <a:pt x="5749544" y="5080"/>
                  </a:cubicBezTo>
                  <a:lnTo>
                    <a:pt x="5747766" y="9525"/>
                  </a:lnTo>
                  <a:lnTo>
                    <a:pt x="5749544" y="5080"/>
                  </a:lnTo>
                  <a:cubicBezTo>
                    <a:pt x="5753608" y="6731"/>
                    <a:pt x="5757545" y="8890"/>
                    <a:pt x="5761228" y="11303"/>
                  </a:cubicBezTo>
                  <a:cubicBezTo>
                    <a:pt x="5764911" y="13716"/>
                    <a:pt x="5768340" y="16637"/>
                    <a:pt x="5771388" y="19685"/>
                  </a:cubicBezTo>
                  <a:cubicBezTo>
                    <a:pt x="5774563" y="22860"/>
                    <a:pt x="5777357" y="26162"/>
                    <a:pt x="5779770" y="29972"/>
                  </a:cubicBezTo>
                  <a:lnTo>
                    <a:pt x="5775833" y="32639"/>
                  </a:lnTo>
                  <a:lnTo>
                    <a:pt x="5779770" y="29972"/>
                  </a:lnTo>
                  <a:cubicBezTo>
                    <a:pt x="5782310" y="33655"/>
                    <a:pt x="5784342" y="37592"/>
                    <a:pt x="5785993" y="41656"/>
                  </a:cubicBezTo>
                  <a:cubicBezTo>
                    <a:pt x="5787644" y="45720"/>
                    <a:pt x="5788914" y="49911"/>
                    <a:pt x="5789803" y="54356"/>
                  </a:cubicBezTo>
                  <a:lnTo>
                    <a:pt x="5785104" y="55245"/>
                  </a:lnTo>
                  <a:lnTo>
                    <a:pt x="5789803" y="54356"/>
                  </a:lnTo>
                  <a:cubicBezTo>
                    <a:pt x="5790692" y="58674"/>
                    <a:pt x="5791073" y="63119"/>
                    <a:pt x="5791073" y="67564"/>
                  </a:cubicBezTo>
                  <a:lnTo>
                    <a:pt x="5786247" y="67564"/>
                  </a:lnTo>
                  <a:lnTo>
                    <a:pt x="5791073" y="67564"/>
                  </a:lnTo>
                  <a:lnTo>
                    <a:pt x="5791073" y="1027811"/>
                  </a:lnTo>
                  <a:lnTo>
                    <a:pt x="5786247" y="1027811"/>
                  </a:lnTo>
                  <a:lnTo>
                    <a:pt x="5791073" y="1027811"/>
                  </a:lnTo>
                  <a:cubicBezTo>
                    <a:pt x="5791073" y="1032256"/>
                    <a:pt x="5790692" y="1036574"/>
                    <a:pt x="5789803" y="1041019"/>
                  </a:cubicBezTo>
                  <a:lnTo>
                    <a:pt x="5785104" y="1040130"/>
                  </a:lnTo>
                  <a:lnTo>
                    <a:pt x="5789803" y="1041019"/>
                  </a:lnTo>
                  <a:cubicBezTo>
                    <a:pt x="5788914" y="1045337"/>
                    <a:pt x="5787644" y="1049655"/>
                    <a:pt x="5785993" y="1053719"/>
                  </a:cubicBezTo>
                  <a:cubicBezTo>
                    <a:pt x="5784342" y="1057783"/>
                    <a:pt x="5782183" y="1061720"/>
                    <a:pt x="5779770" y="1065403"/>
                  </a:cubicBezTo>
                  <a:lnTo>
                    <a:pt x="5775833" y="1062736"/>
                  </a:lnTo>
                  <a:lnTo>
                    <a:pt x="5779770" y="1065403"/>
                  </a:lnTo>
                  <a:cubicBezTo>
                    <a:pt x="5777357" y="1069086"/>
                    <a:pt x="5774563" y="1072515"/>
                    <a:pt x="5771388" y="1075690"/>
                  </a:cubicBezTo>
                  <a:cubicBezTo>
                    <a:pt x="5768213" y="1078865"/>
                    <a:pt x="5764911" y="1081659"/>
                    <a:pt x="5761101" y="1084072"/>
                  </a:cubicBezTo>
                  <a:lnTo>
                    <a:pt x="5758434" y="1080135"/>
                  </a:lnTo>
                  <a:lnTo>
                    <a:pt x="5761101" y="1084072"/>
                  </a:lnTo>
                  <a:cubicBezTo>
                    <a:pt x="5757418" y="1086485"/>
                    <a:pt x="5753481" y="1088644"/>
                    <a:pt x="5749417" y="1090295"/>
                  </a:cubicBezTo>
                  <a:lnTo>
                    <a:pt x="5747639" y="1085850"/>
                  </a:lnTo>
                  <a:lnTo>
                    <a:pt x="5749417" y="1090295"/>
                  </a:lnTo>
                  <a:cubicBezTo>
                    <a:pt x="5745353" y="1091946"/>
                    <a:pt x="5741035" y="1093216"/>
                    <a:pt x="5736717" y="1094105"/>
                  </a:cubicBezTo>
                  <a:cubicBezTo>
                    <a:pt x="5732399" y="1094994"/>
                    <a:pt x="5727954" y="1095375"/>
                    <a:pt x="5723509" y="1095375"/>
                  </a:cubicBezTo>
                  <a:lnTo>
                    <a:pt x="5723509" y="1090549"/>
                  </a:lnTo>
                  <a:lnTo>
                    <a:pt x="5723509" y="1095375"/>
                  </a:lnTo>
                  <a:lnTo>
                    <a:pt x="67564" y="1095375"/>
                  </a:lnTo>
                  <a:lnTo>
                    <a:pt x="67564" y="1090549"/>
                  </a:lnTo>
                  <a:lnTo>
                    <a:pt x="67564" y="1095375"/>
                  </a:lnTo>
                  <a:cubicBezTo>
                    <a:pt x="63119" y="1095375"/>
                    <a:pt x="58674" y="1094994"/>
                    <a:pt x="54356" y="1094105"/>
                  </a:cubicBezTo>
                  <a:lnTo>
                    <a:pt x="55245" y="1089406"/>
                  </a:lnTo>
                  <a:lnTo>
                    <a:pt x="54356" y="1094105"/>
                  </a:lnTo>
                  <a:cubicBezTo>
                    <a:pt x="50038" y="1093216"/>
                    <a:pt x="45847" y="1091946"/>
                    <a:pt x="41656" y="1090295"/>
                  </a:cubicBezTo>
                  <a:lnTo>
                    <a:pt x="43434" y="1085850"/>
                  </a:lnTo>
                  <a:lnTo>
                    <a:pt x="41656" y="1090295"/>
                  </a:lnTo>
                  <a:cubicBezTo>
                    <a:pt x="37592" y="1088644"/>
                    <a:pt x="33655" y="1086485"/>
                    <a:pt x="29972" y="1084072"/>
                  </a:cubicBezTo>
                  <a:lnTo>
                    <a:pt x="32639" y="1080135"/>
                  </a:lnTo>
                  <a:lnTo>
                    <a:pt x="29972" y="1084072"/>
                  </a:lnTo>
                  <a:cubicBezTo>
                    <a:pt x="26289" y="1081659"/>
                    <a:pt x="22860" y="1078865"/>
                    <a:pt x="19685" y="1075690"/>
                  </a:cubicBezTo>
                  <a:cubicBezTo>
                    <a:pt x="16510" y="1072515"/>
                    <a:pt x="13716" y="1069213"/>
                    <a:pt x="11303" y="1065530"/>
                  </a:cubicBezTo>
                  <a:cubicBezTo>
                    <a:pt x="8890" y="1061847"/>
                    <a:pt x="6731" y="1057910"/>
                    <a:pt x="5080" y="1053846"/>
                  </a:cubicBezTo>
                  <a:cubicBezTo>
                    <a:pt x="3429" y="1049782"/>
                    <a:pt x="2159" y="1045591"/>
                    <a:pt x="1270" y="1041146"/>
                  </a:cubicBezTo>
                  <a:lnTo>
                    <a:pt x="5969" y="1040257"/>
                  </a:lnTo>
                  <a:lnTo>
                    <a:pt x="1270" y="1041146"/>
                  </a:lnTo>
                  <a:cubicBezTo>
                    <a:pt x="381" y="1036828"/>
                    <a:pt x="0" y="1032383"/>
                    <a:pt x="0" y="1027938"/>
                  </a:cubicBezTo>
                  <a:lnTo>
                    <a:pt x="4826" y="1027938"/>
                  </a:lnTo>
                  <a:lnTo>
                    <a:pt x="0" y="1027938"/>
                  </a:lnTo>
                  <a:moveTo>
                    <a:pt x="9525" y="1027938"/>
                  </a:moveTo>
                  <a:cubicBezTo>
                    <a:pt x="9525" y="1031748"/>
                    <a:pt x="9906" y="1035558"/>
                    <a:pt x="10668" y="1039241"/>
                  </a:cubicBezTo>
                  <a:cubicBezTo>
                    <a:pt x="11430" y="1042924"/>
                    <a:pt x="12446" y="1046607"/>
                    <a:pt x="13970" y="1050163"/>
                  </a:cubicBezTo>
                  <a:lnTo>
                    <a:pt x="9525" y="1051941"/>
                  </a:lnTo>
                  <a:lnTo>
                    <a:pt x="13970" y="1050163"/>
                  </a:lnTo>
                  <a:cubicBezTo>
                    <a:pt x="15367" y="1053719"/>
                    <a:pt x="17272" y="1057021"/>
                    <a:pt x="19304" y="1060196"/>
                  </a:cubicBezTo>
                  <a:lnTo>
                    <a:pt x="15367" y="1062863"/>
                  </a:lnTo>
                  <a:lnTo>
                    <a:pt x="19304" y="1060196"/>
                  </a:lnTo>
                  <a:cubicBezTo>
                    <a:pt x="21463" y="1063371"/>
                    <a:pt x="23876" y="1066292"/>
                    <a:pt x="26543" y="1068959"/>
                  </a:cubicBezTo>
                  <a:lnTo>
                    <a:pt x="23114" y="1072261"/>
                  </a:lnTo>
                  <a:lnTo>
                    <a:pt x="26416" y="1068832"/>
                  </a:lnTo>
                  <a:cubicBezTo>
                    <a:pt x="29083" y="1071499"/>
                    <a:pt x="32004" y="1073912"/>
                    <a:pt x="35179" y="1076071"/>
                  </a:cubicBezTo>
                  <a:cubicBezTo>
                    <a:pt x="38354" y="1078230"/>
                    <a:pt x="41656" y="1080008"/>
                    <a:pt x="45212" y="1081405"/>
                  </a:cubicBezTo>
                  <a:cubicBezTo>
                    <a:pt x="48768" y="1082802"/>
                    <a:pt x="52324" y="1083945"/>
                    <a:pt x="56134" y="1084707"/>
                  </a:cubicBezTo>
                  <a:cubicBezTo>
                    <a:pt x="59817" y="1085469"/>
                    <a:pt x="63627" y="1085850"/>
                    <a:pt x="67437" y="1085850"/>
                  </a:cubicBezTo>
                  <a:lnTo>
                    <a:pt x="5723636" y="1085850"/>
                  </a:lnTo>
                  <a:cubicBezTo>
                    <a:pt x="5727446" y="1085850"/>
                    <a:pt x="5731256" y="1085469"/>
                    <a:pt x="5734939" y="1084707"/>
                  </a:cubicBezTo>
                  <a:lnTo>
                    <a:pt x="5735828" y="1089406"/>
                  </a:lnTo>
                  <a:lnTo>
                    <a:pt x="5734939" y="1084707"/>
                  </a:lnTo>
                  <a:cubicBezTo>
                    <a:pt x="5738622" y="1083945"/>
                    <a:pt x="5742305" y="1082802"/>
                    <a:pt x="5745861" y="1081405"/>
                  </a:cubicBezTo>
                  <a:cubicBezTo>
                    <a:pt x="5749417" y="1080008"/>
                    <a:pt x="5752719" y="1078103"/>
                    <a:pt x="5755894" y="1076071"/>
                  </a:cubicBezTo>
                  <a:cubicBezTo>
                    <a:pt x="5759069" y="1074039"/>
                    <a:pt x="5761990" y="1071499"/>
                    <a:pt x="5764657" y="1068832"/>
                  </a:cubicBezTo>
                  <a:lnTo>
                    <a:pt x="5767959" y="1072261"/>
                  </a:lnTo>
                  <a:lnTo>
                    <a:pt x="5764530" y="1068959"/>
                  </a:lnTo>
                  <a:cubicBezTo>
                    <a:pt x="5767197" y="1066292"/>
                    <a:pt x="5769610" y="1063371"/>
                    <a:pt x="5771769" y="1060196"/>
                  </a:cubicBezTo>
                  <a:cubicBezTo>
                    <a:pt x="5773928" y="1057021"/>
                    <a:pt x="5775706" y="1053719"/>
                    <a:pt x="5777103" y="1050163"/>
                  </a:cubicBezTo>
                  <a:lnTo>
                    <a:pt x="5781548" y="1051941"/>
                  </a:lnTo>
                  <a:lnTo>
                    <a:pt x="5777103" y="1050163"/>
                  </a:lnTo>
                  <a:cubicBezTo>
                    <a:pt x="5778500" y="1046607"/>
                    <a:pt x="5779643" y="1043051"/>
                    <a:pt x="5780405" y="1039241"/>
                  </a:cubicBezTo>
                  <a:cubicBezTo>
                    <a:pt x="5781167" y="1035558"/>
                    <a:pt x="5781548" y="1031748"/>
                    <a:pt x="5781548" y="1027938"/>
                  </a:cubicBezTo>
                  <a:lnTo>
                    <a:pt x="5781548" y="67564"/>
                  </a:lnTo>
                  <a:cubicBezTo>
                    <a:pt x="5781548" y="63754"/>
                    <a:pt x="5781167" y="59944"/>
                    <a:pt x="5780405" y="56261"/>
                  </a:cubicBezTo>
                  <a:cubicBezTo>
                    <a:pt x="5779643" y="52578"/>
                    <a:pt x="5778627" y="48895"/>
                    <a:pt x="5777103" y="45339"/>
                  </a:cubicBezTo>
                  <a:lnTo>
                    <a:pt x="5781548" y="43561"/>
                  </a:lnTo>
                  <a:lnTo>
                    <a:pt x="5777103" y="45339"/>
                  </a:lnTo>
                  <a:cubicBezTo>
                    <a:pt x="5775706" y="41783"/>
                    <a:pt x="5773928" y="38481"/>
                    <a:pt x="5771769" y="35306"/>
                  </a:cubicBezTo>
                  <a:cubicBezTo>
                    <a:pt x="5769610" y="32131"/>
                    <a:pt x="5767197" y="29210"/>
                    <a:pt x="5764530" y="26543"/>
                  </a:cubicBezTo>
                  <a:lnTo>
                    <a:pt x="5767959" y="23241"/>
                  </a:lnTo>
                  <a:lnTo>
                    <a:pt x="5764657" y="26670"/>
                  </a:lnTo>
                  <a:cubicBezTo>
                    <a:pt x="5761990" y="24003"/>
                    <a:pt x="5759069" y="21590"/>
                    <a:pt x="5755894" y="19431"/>
                  </a:cubicBezTo>
                  <a:lnTo>
                    <a:pt x="5758561" y="15494"/>
                  </a:lnTo>
                  <a:lnTo>
                    <a:pt x="5755894" y="19431"/>
                  </a:lnTo>
                  <a:cubicBezTo>
                    <a:pt x="5752719" y="17272"/>
                    <a:pt x="5749417" y="15494"/>
                    <a:pt x="5745861" y="14097"/>
                  </a:cubicBezTo>
                  <a:cubicBezTo>
                    <a:pt x="5742305" y="12700"/>
                    <a:pt x="5738749" y="11557"/>
                    <a:pt x="5734939" y="10795"/>
                  </a:cubicBezTo>
                  <a:lnTo>
                    <a:pt x="5735828" y="6096"/>
                  </a:lnTo>
                  <a:lnTo>
                    <a:pt x="5734939" y="10795"/>
                  </a:lnTo>
                  <a:cubicBezTo>
                    <a:pt x="5731256" y="10033"/>
                    <a:pt x="5727446" y="9652"/>
                    <a:pt x="5723636" y="9652"/>
                  </a:cubicBezTo>
                  <a:lnTo>
                    <a:pt x="67564" y="9652"/>
                  </a:lnTo>
                  <a:cubicBezTo>
                    <a:pt x="63754" y="9652"/>
                    <a:pt x="59944" y="10033"/>
                    <a:pt x="56261" y="10795"/>
                  </a:cubicBezTo>
                  <a:cubicBezTo>
                    <a:pt x="52578" y="11557"/>
                    <a:pt x="48895" y="12573"/>
                    <a:pt x="45339" y="14097"/>
                  </a:cubicBezTo>
                  <a:cubicBezTo>
                    <a:pt x="41783" y="15494"/>
                    <a:pt x="38481" y="17272"/>
                    <a:pt x="35306" y="19431"/>
                  </a:cubicBezTo>
                  <a:lnTo>
                    <a:pt x="32639" y="15494"/>
                  </a:lnTo>
                  <a:lnTo>
                    <a:pt x="35306" y="19431"/>
                  </a:lnTo>
                  <a:cubicBezTo>
                    <a:pt x="32131" y="21590"/>
                    <a:pt x="29210" y="24003"/>
                    <a:pt x="26543" y="26670"/>
                  </a:cubicBezTo>
                  <a:lnTo>
                    <a:pt x="23241" y="23241"/>
                  </a:lnTo>
                  <a:lnTo>
                    <a:pt x="26670" y="26543"/>
                  </a:lnTo>
                  <a:cubicBezTo>
                    <a:pt x="24003" y="29210"/>
                    <a:pt x="21590" y="32131"/>
                    <a:pt x="19431" y="35306"/>
                  </a:cubicBezTo>
                  <a:lnTo>
                    <a:pt x="15494" y="32639"/>
                  </a:lnTo>
                  <a:lnTo>
                    <a:pt x="19431" y="35306"/>
                  </a:lnTo>
                  <a:cubicBezTo>
                    <a:pt x="17272" y="38481"/>
                    <a:pt x="15494" y="41783"/>
                    <a:pt x="14097" y="45339"/>
                  </a:cubicBezTo>
                  <a:lnTo>
                    <a:pt x="9652" y="43561"/>
                  </a:lnTo>
                  <a:lnTo>
                    <a:pt x="14097" y="45339"/>
                  </a:lnTo>
                  <a:cubicBezTo>
                    <a:pt x="12700" y="48895"/>
                    <a:pt x="11557" y="52451"/>
                    <a:pt x="10795" y="56261"/>
                  </a:cubicBezTo>
                  <a:lnTo>
                    <a:pt x="6096" y="55372"/>
                  </a:lnTo>
                  <a:lnTo>
                    <a:pt x="10795" y="56261"/>
                  </a:lnTo>
                  <a:cubicBezTo>
                    <a:pt x="10033" y="59944"/>
                    <a:pt x="9652" y="63754"/>
                    <a:pt x="9652" y="67564"/>
                  </a:cubicBezTo>
                  <a:lnTo>
                    <a:pt x="9652" y="1027811"/>
                  </a:ln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961334" y="887452"/>
            <a:ext cx="3740229" cy="614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Technology Stack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63741" y="5838042"/>
            <a:ext cx="1452724" cy="69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API</a:t>
            </a:r>
          </a:p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RESTful endpoints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63741" y="4466442"/>
            <a:ext cx="863908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Security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73513" y="4883513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63741" y="1885167"/>
            <a:ext cx="925982" cy="38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Backend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39689" y="2302238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63741" y="3161517"/>
            <a:ext cx="981065" cy="39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b="true" sz="1687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Database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35656" y="3597638"/>
            <a:ext cx="42691" cy="35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63360" y="4959713"/>
            <a:ext cx="1038587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 spc="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JWT</a:t>
            </a:r>
            <a:r>
              <a:rPr lang="en-US" sz="1518" spc="6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 spc="6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+bcrypt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63741" y="2378438"/>
            <a:ext cx="1548727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Node.js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+</a:t>
            </a:r>
            <a:r>
              <a:rPr lang="en-US" sz="1518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Express.js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63741" y="3673838"/>
            <a:ext cx="2520620" cy="28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MongoDBwith Mongoose ODM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DAHDSNdn49A</dc:identifier>
  <dcterms:modified xsi:type="dcterms:W3CDTF">2011-08-01T06:04:30Z</dcterms:modified>
  <cp:revision>1</cp:revision>
  <dc:title>LibSpace-API (1).pdf</dc:title>
</cp:coreProperties>
</file>